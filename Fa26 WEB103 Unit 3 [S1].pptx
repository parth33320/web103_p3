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759" r:id="rId5"/>
    <p:sldMasterId id="2147483760" r:id="rId6"/>
    <p:sldMasterId id="2147483761" r:id="rId7"/>
    <p:sldMasterId id="2147483762" r:id="rId8"/>
    <p:sldMasterId id="2147483763"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Lst>
  <p:sldSz cy="5143500" cx="9144000"/>
  <p:notesSz cx="6858000" cy="9144000"/>
  <p:embeddedFontLst>
    <p:embeddedFont>
      <p:font typeface="Space Mono"/>
      <p:regular r:id="rId51"/>
      <p:bold r:id="rId52"/>
      <p:italic r:id="rId53"/>
      <p:boldItalic r:id="rId54"/>
    </p:embeddedFont>
    <p:embeddedFont>
      <p:font typeface="Poppins"/>
      <p:regular r:id="rId55"/>
      <p:bold r:id="rId56"/>
      <p:italic r:id="rId57"/>
      <p:boldItalic r:id="rId58"/>
    </p:embeddedFont>
    <p:embeddedFont>
      <p:font typeface="Roboto Mono"/>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576">
          <p15:clr>
            <a:srgbClr val="9AA0A6"/>
          </p15:clr>
        </p15:guide>
        <p15:guide id="4" pos="1152">
          <p15:clr>
            <a:srgbClr val="9AA0A6"/>
          </p15:clr>
        </p15:guide>
        <p15:guide id="5" pos="1728">
          <p15:clr>
            <a:srgbClr val="9AA0A6"/>
          </p15:clr>
        </p15:guide>
        <p15:guide id="6" pos="2304">
          <p15:clr>
            <a:srgbClr val="9AA0A6"/>
          </p15:clr>
        </p15:guide>
        <p15:guide id="7" pos="3456">
          <p15:clr>
            <a:srgbClr val="9AA0A6"/>
          </p15:clr>
        </p15:guide>
        <p15:guide id="8" pos="4032">
          <p15:clr>
            <a:srgbClr val="9AA0A6"/>
          </p15:clr>
        </p15:guide>
        <p15:guide id="9" pos="4608">
          <p15:clr>
            <a:srgbClr val="9AA0A6"/>
          </p15:clr>
        </p15:guide>
        <p15:guide id="10" pos="5184">
          <p15:clr>
            <a:srgbClr val="9AA0A6"/>
          </p15:clr>
        </p15:guide>
        <p15:guide id="11" orient="horz" pos="468">
          <p15:clr>
            <a:srgbClr val="9AA0A6"/>
          </p15:clr>
        </p15:guide>
        <p15:guide id="12" orient="horz" pos="1044">
          <p15:clr>
            <a:srgbClr val="9AA0A6"/>
          </p15:clr>
        </p15:guide>
        <p15:guide id="13" orient="horz" pos="2772">
          <p15:clr>
            <a:srgbClr val="9AA0A6"/>
          </p15:clr>
        </p15:guide>
        <p15:guide id="14" orient="horz" pos="219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C73E4B4-A353-43E2-B139-434129C9E308}">
  <a:tblStyle styleId="{8C73E4B4-A353-43E2-B139-434129C9E30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576"/>
        <p:guide pos="1152"/>
        <p:guide pos="1728"/>
        <p:guide pos="2304"/>
        <p:guide pos="3456"/>
        <p:guide pos="4032"/>
        <p:guide pos="4608"/>
        <p:guide pos="5184"/>
        <p:guide pos="468" orient="horz"/>
        <p:guide pos="1044" orient="horz"/>
        <p:guide pos="2772" orient="horz"/>
        <p:guide pos="219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0.xml"/><Relationship Id="rId42" Type="http://schemas.openxmlformats.org/officeDocument/2006/relationships/slide" Target="slides/slide32.xml"/><Relationship Id="rId41" Type="http://schemas.openxmlformats.org/officeDocument/2006/relationships/slide" Target="slides/slide31.xml"/><Relationship Id="rId44" Type="http://schemas.openxmlformats.org/officeDocument/2006/relationships/slide" Target="slides/slide34.xml"/><Relationship Id="rId43" Type="http://schemas.openxmlformats.org/officeDocument/2006/relationships/slide" Target="slides/slide33.xml"/><Relationship Id="rId46" Type="http://schemas.openxmlformats.org/officeDocument/2006/relationships/slide" Target="slides/slide36.xml"/><Relationship Id="rId45" Type="http://schemas.openxmlformats.org/officeDocument/2006/relationships/slide" Target="slides/slide35.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slide" Target="slides/slide38.xml"/><Relationship Id="rId47" Type="http://schemas.openxmlformats.org/officeDocument/2006/relationships/slide" Target="slides/slide37.xml"/><Relationship Id="rId49" Type="http://schemas.openxmlformats.org/officeDocument/2006/relationships/slide" Target="slides/slide39.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1.xml"/><Relationship Id="rId30" Type="http://schemas.openxmlformats.org/officeDocument/2006/relationships/slide" Target="slides/slide20.xml"/><Relationship Id="rId33" Type="http://schemas.openxmlformats.org/officeDocument/2006/relationships/slide" Target="slides/slide23.xml"/><Relationship Id="rId32" Type="http://schemas.openxmlformats.org/officeDocument/2006/relationships/slide" Target="slides/slide22.xml"/><Relationship Id="rId35" Type="http://schemas.openxmlformats.org/officeDocument/2006/relationships/slide" Target="slides/slide25.xml"/><Relationship Id="rId34" Type="http://schemas.openxmlformats.org/officeDocument/2006/relationships/slide" Target="slides/slide24.xml"/><Relationship Id="rId37" Type="http://schemas.openxmlformats.org/officeDocument/2006/relationships/slide" Target="slides/slide27.xml"/><Relationship Id="rId36" Type="http://schemas.openxmlformats.org/officeDocument/2006/relationships/slide" Target="slides/slide26.xml"/><Relationship Id="rId39" Type="http://schemas.openxmlformats.org/officeDocument/2006/relationships/slide" Target="slides/slide29.xml"/><Relationship Id="rId38" Type="http://schemas.openxmlformats.org/officeDocument/2006/relationships/slide" Target="slides/slide28.xml"/><Relationship Id="rId62" Type="http://schemas.openxmlformats.org/officeDocument/2006/relationships/font" Target="fonts/RobotoMono-boldItalic.fntdata"/><Relationship Id="rId61" Type="http://schemas.openxmlformats.org/officeDocument/2006/relationships/font" Target="fonts/RobotoMono-italic.fntdata"/><Relationship Id="rId20" Type="http://schemas.openxmlformats.org/officeDocument/2006/relationships/slide" Target="slides/slide10.xml"/><Relationship Id="rId22" Type="http://schemas.openxmlformats.org/officeDocument/2006/relationships/slide" Target="slides/slide12.xml"/><Relationship Id="rId21" Type="http://schemas.openxmlformats.org/officeDocument/2006/relationships/slide" Target="slides/slide11.xml"/><Relationship Id="rId24" Type="http://schemas.openxmlformats.org/officeDocument/2006/relationships/slide" Target="slides/slide14.xml"/><Relationship Id="rId23" Type="http://schemas.openxmlformats.org/officeDocument/2006/relationships/slide" Target="slides/slide13.xml"/><Relationship Id="rId60" Type="http://schemas.openxmlformats.org/officeDocument/2006/relationships/font" Target="fonts/RobotoMono-bold.fntdata"/><Relationship Id="rId26" Type="http://schemas.openxmlformats.org/officeDocument/2006/relationships/slide" Target="slides/slide16.xml"/><Relationship Id="rId25" Type="http://schemas.openxmlformats.org/officeDocument/2006/relationships/slide" Target="slides/slide15.xml"/><Relationship Id="rId28" Type="http://schemas.openxmlformats.org/officeDocument/2006/relationships/slide" Target="slides/slide18.xml"/><Relationship Id="rId27" Type="http://schemas.openxmlformats.org/officeDocument/2006/relationships/slide" Target="slides/slide17.xml"/><Relationship Id="rId29" Type="http://schemas.openxmlformats.org/officeDocument/2006/relationships/slide" Target="slides/slide19.xml"/><Relationship Id="rId51" Type="http://schemas.openxmlformats.org/officeDocument/2006/relationships/font" Target="fonts/SpaceMono-regular.fntdata"/><Relationship Id="rId50" Type="http://schemas.openxmlformats.org/officeDocument/2006/relationships/slide" Target="slides/slide40.xml"/><Relationship Id="rId53" Type="http://schemas.openxmlformats.org/officeDocument/2006/relationships/font" Target="fonts/SpaceMono-italic.fntdata"/><Relationship Id="rId52" Type="http://schemas.openxmlformats.org/officeDocument/2006/relationships/font" Target="fonts/SpaceMono-bold.fntdata"/><Relationship Id="rId11" Type="http://schemas.openxmlformats.org/officeDocument/2006/relationships/slide" Target="slides/slide1.xml"/><Relationship Id="rId55" Type="http://schemas.openxmlformats.org/officeDocument/2006/relationships/font" Target="fonts/Poppins-regular.fntdata"/><Relationship Id="rId10" Type="http://schemas.openxmlformats.org/officeDocument/2006/relationships/notesMaster" Target="notesMasters/notesMaster1.xml"/><Relationship Id="rId54" Type="http://schemas.openxmlformats.org/officeDocument/2006/relationships/font" Target="fonts/SpaceMono-boldItalic.fntdata"/><Relationship Id="rId13" Type="http://schemas.openxmlformats.org/officeDocument/2006/relationships/slide" Target="slides/slide3.xml"/><Relationship Id="rId57" Type="http://schemas.openxmlformats.org/officeDocument/2006/relationships/font" Target="fonts/Poppins-italic.fntdata"/><Relationship Id="rId12" Type="http://schemas.openxmlformats.org/officeDocument/2006/relationships/slide" Target="slides/slide2.xml"/><Relationship Id="rId56" Type="http://schemas.openxmlformats.org/officeDocument/2006/relationships/font" Target="fonts/Poppins-bold.fntdata"/><Relationship Id="rId15" Type="http://schemas.openxmlformats.org/officeDocument/2006/relationships/slide" Target="slides/slide5.xml"/><Relationship Id="rId59" Type="http://schemas.openxmlformats.org/officeDocument/2006/relationships/font" Target="fonts/RobotoMono-regular.fntdata"/><Relationship Id="rId14" Type="http://schemas.openxmlformats.org/officeDocument/2006/relationships/slide" Target="slides/slide4.xml"/><Relationship Id="rId58" Type="http://schemas.openxmlformats.org/officeDocument/2006/relationships/font" Target="fonts/Poppins-boldItalic.fntdata"/><Relationship Id="rId17" Type="http://schemas.openxmlformats.org/officeDocument/2006/relationships/slide" Target="slides/slide7.xml"/><Relationship Id="rId16" Type="http://schemas.openxmlformats.org/officeDocument/2006/relationships/slide" Target="slides/slide6.xml"/><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mailto:support@codepath.org"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fee031c7e2_0_17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fee031c7e2_0_17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SLIDES_API65699803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7" name="Google Shape;817;SLIDES_API65699803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SLIDES_API656998039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SLIDES_API656998039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h457a529e971c92e7_0_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9" name="Google Shape;849;h457a529e971c92e7_0_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rPr>
              <a:t>Quick reminder to help us create an engaging and collaborative learning environment today: please be on camera, visible in frame, joining from a computer, and participating from a stable location. If you're having trouble meeting any of these expectations, please reach out to the team, we're happy to help.</a:t>
            </a:r>
            <a:endParaRPr sz="140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SLIDES_API656998039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8" name="Google Shape;858;SLIDES_API656998039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160230664e6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7" name="Google Shape;867;g160230664e6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23da0aef504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3" name="Google Shape;873;g23da0aef504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1e0aefe7f30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0" name="Google Shape;880;g1e0aefe7f30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225bf2de3f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225bf2de3f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225bf2de3f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225bf2de3f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225bf2de3f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3" name="Google Shape;903;g225bf2de3f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225bf2de3f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3" name="Google Shape;913;g225bf2de3f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225bf2de3f6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225bf2de3f6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225bf2de3f6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9" name="Google Shape;939;g225bf2de3f6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225bf2de3f6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5" name="Google Shape;955;g225bf2de3f6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225bf2de3f6_0_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3" name="Google Shape;973;g225bf2de3f6_0_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code snippet, the getPosts() function is the view controller responsible for handling the HTTP request and generating the appropriate response. It interacts with the database to retrieve data from the "posts" table and sends the response back to the client.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225bf2de3f6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1" name="Google Shape;981;g225bf2de3f6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g22f233c91a5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8" name="Google Shape;988;g22f233c91a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225bf2de3f6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4" name="Google Shape;994;g225bf2de3f6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CRUD operations are what allow for interactive, user-driven web experiences. They enable users to personalize their interactions with a web application, making the app more useful and engaging.</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225bf2de3f6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0" name="Google Shape;1010;g225bf2de3f6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g225bf2de3f6_0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7" name="Google Shape;1017;g225bf2de3f6_0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225bf2de3f6_0_6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4" name="Google Shape;1024;g225bf2de3f6_0_6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22f233c91a5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22f233c91a5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g225bf2de3f6_0_6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7" name="Google Shape;1037;g225bf2de3f6_0_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225bf2de3f6_0_6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4" name="Google Shape;1044;g225bf2de3f6_0_6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world of RESTful APIs, several key principles govern their design and functionality.</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225bf2de3f6_0_7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1" name="Google Shape;1051;g225bf2de3f6_0_7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225bf2de3f6_0_7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9" name="Google Shape;1059;g225bf2de3f6_0_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it comes to naming conventions in RESTful APIs, following some best practices can greatly enhance the clarity and consistency of your API design. Let's explore these best practices and understand their significance.</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161e908ee94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6" name="Google Shape;1066;g161e908ee94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h457a529e971c92e7_0_52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1" name="Google Shape;1071;h457a529e971c92e7_0_52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2" name="Google Shape;1072;h457a529e971c92e7_0_52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1e0aefe7f30_0_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5" name="Google Shape;1095;g1e0aefe7f30_0_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h457a529e971c92e7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1" name="Google Shape;1101;h457a529e971c92e7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CRUD operations are what allow for interactive, user-driven web experiences. They enable users to personalize their interactions with a web application, making the app more useful and engaging.</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238a3d3041e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1" name="Google Shape;1111;g238a3d3041e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g1e0aefe7f30_0_7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8" name="Google Shape;1118;g1e0aefe7f30_0_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g225bf2de3f6_0_8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4" name="Google Shape;1124;g225bf2de3f6_0_8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23da0aef50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1" name="Google Shape;1131;g23da0aef5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161e908ee94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6" name="Google Shape;1136;g161e908ee94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SLIDES_API656998039_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3" name="Google Shape;1143;SLIDES_API656998039_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End the session on a positive note.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share their reflections in the chat.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celebrate your wins. Share one good thing you learned or accomplished today!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Read a few responses aloud and celebrate with enthusiasm.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h457a529e971c92e7_0_269: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1148" name="Google Shape;1148;h457a529e971c92e7_0_269: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1149" name="Google Shape;1149;h457a529e971c92e7_0_269: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h457a529e971c92e7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0" name="Google Shape;1180;h457a529e971c92e7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How to locate email:</a:t>
            </a:r>
            <a:endParaRPr b="1">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Open Email (email student enrolled in CodePath with)</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Email sent by </a:t>
            </a:r>
            <a:r>
              <a:rPr lang="en" u="sng">
                <a:solidFill>
                  <a:schemeClr val="hlink"/>
                </a:solidFill>
                <a:hlinkClick r:id="rId2"/>
              </a:rPr>
              <a:t>support@codepath.org</a:t>
            </a:r>
            <a:endParaRPr>
              <a:solidFill>
                <a:schemeClr val="dk1"/>
              </a:solidFill>
            </a:endParaRPr>
          </a:p>
          <a:p>
            <a:pPr indent="0" lvl="0" marL="0" rtl="0" algn="l">
              <a:spcBef>
                <a:spcPts val="0"/>
              </a:spcBef>
              <a:spcAft>
                <a:spcPts val="0"/>
              </a:spcAft>
              <a:buNone/>
            </a:pPr>
            <a:br>
              <a:rPr b="1" lang="en">
                <a:solidFill>
                  <a:schemeClr val="dk1"/>
                </a:solidFill>
              </a:rPr>
            </a:br>
            <a:r>
              <a:rPr b="1" lang="en">
                <a:solidFill>
                  <a:schemeClr val="dk1"/>
                </a:solidFill>
              </a:rPr>
              <a:t>If a student cannot locate the email, they should message in the Zoom chat, and Ops / Floor Leads will assist in providing their personal survey link.</a:t>
            </a:r>
            <a:endParaRPr b="1">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h457a529e971c92e7_0_7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9" name="Google Shape;1199;h457a529e971c92e7_0_7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Reinforce key tasks and deadlines.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next steps and encourage continued engagement.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Don’t forget to complete the problem sets and take the HackerRank assessment by Sunday!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ask any lingering questions before signing off.</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2.png"/><Relationship Id="rId3" Type="http://schemas.openxmlformats.org/officeDocument/2006/relationships/image" Target="../media/image11.png"/><Relationship Id="rId4" Type="http://schemas.openxmlformats.org/officeDocument/2006/relationships/image" Target="../media/image8.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image" Target="../media/image35.png"/><Relationship Id="rId5" Type="http://schemas.openxmlformats.org/officeDocument/2006/relationships/image" Target="../media/image8.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3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35.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image" Target="../media/image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0.png"/><Relationship Id="rId4" Type="http://schemas.openxmlformats.org/officeDocument/2006/relationships/image" Target="../media/image57.png"/><Relationship Id="rId5" Type="http://schemas.openxmlformats.org/officeDocument/2006/relationships/image" Target="../media/image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2.png"/><Relationship Id="rId3" Type="http://schemas.openxmlformats.org/officeDocument/2006/relationships/image" Target="../media/image11.png"/><Relationship Id="rId4" Type="http://schemas.openxmlformats.org/officeDocument/2006/relationships/image" Target="../media/image8.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35.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image" Target="../media/image35.png"/><Relationship Id="rId5" Type="http://schemas.openxmlformats.org/officeDocument/2006/relationships/image" Target="../media/image8.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9.png"/><Relationship Id="rId3" Type="http://schemas.openxmlformats.org/officeDocument/2006/relationships/image" Target="../media/image48.png"/><Relationship Id="rId4" Type="http://schemas.openxmlformats.org/officeDocument/2006/relationships/image" Target="../media/image8.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9.png"/><Relationship Id="rId3" Type="http://schemas.openxmlformats.org/officeDocument/2006/relationships/image" Target="../media/image8.png"/><Relationship Id="rId4" Type="http://schemas.openxmlformats.org/officeDocument/2006/relationships/image" Target="../media/image28.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9.png"/><Relationship Id="rId3" Type="http://schemas.openxmlformats.org/officeDocument/2006/relationships/image" Target="../media/image8.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9.png"/><Relationship Id="rId3" Type="http://schemas.openxmlformats.org/officeDocument/2006/relationships/image" Target="../media/image8.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2.png"/><Relationship Id="rId3" Type="http://schemas.openxmlformats.org/officeDocument/2006/relationships/image" Target="../media/image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3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10.png"/><Relationship Id="rId4" Type="http://schemas.openxmlformats.org/officeDocument/2006/relationships/image" Target="../media/image51.png"/><Relationship Id="rId5" Type="http://schemas.openxmlformats.org/officeDocument/2006/relationships/image" Target="../media/image8.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6.png"/><Relationship Id="rId3" Type="http://schemas.openxmlformats.org/officeDocument/2006/relationships/image" Target="../media/image43.png"/><Relationship Id="rId4" Type="http://schemas.openxmlformats.org/officeDocument/2006/relationships/image" Target="../media/image41.png"/><Relationship Id="rId5" Type="http://schemas.openxmlformats.org/officeDocument/2006/relationships/image" Target="../media/image8.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8.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image" Target="../media/image8.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0.png"/><Relationship Id="rId4" Type="http://schemas.openxmlformats.org/officeDocument/2006/relationships/image" Target="../media/image57.png"/><Relationship Id="rId5" Type="http://schemas.openxmlformats.org/officeDocument/2006/relationships/image" Target="../media/image8.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6.png"/><Relationship Id="rId3" Type="http://schemas.openxmlformats.org/officeDocument/2006/relationships/image" Target="../media/image10.png"/><Relationship Id="rId4" Type="http://schemas.openxmlformats.org/officeDocument/2006/relationships/image" Target="../media/image54.png"/><Relationship Id="rId5" Type="http://schemas.openxmlformats.org/officeDocument/2006/relationships/image" Target="../media/image8.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5.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 Id="rId3" Type="http://schemas.openxmlformats.org/officeDocument/2006/relationships/image" Target="../media/image10.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56.png"/><Relationship Id="rId4" Type="http://schemas.openxmlformats.org/officeDocument/2006/relationships/image" Target="../media/image65.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0.png"/><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59.png"/><Relationship Id="rId6" Type="http://schemas.openxmlformats.org/officeDocument/2006/relationships/image" Target="../media/image60.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2.png"/><Relationship Id="rId3" Type="http://schemas.openxmlformats.org/officeDocument/2006/relationships/image" Target="../media/image11.png"/><Relationship Id="rId4" Type="http://schemas.openxmlformats.org/officeDocument/2006/relationships/image" Target="../media/image8.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35.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image" Target="../media/image35.png"/><Relationship Id="rId5" Type="http://schemas.openxmlformats.org/officeDocument/2006/relationships/image" Target="../media/image8.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9.png"/><Relationship Id="rId3" Type="http://schemas.openxmlformats.org/officeDocument/2006/relationships/image" Target="../media/image48.png"/><Relationship Id="rId4" Type="http://schemas.openxmlformats.org/officeDocument/2006/relationships/image" Target="../media/image8.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9.png"/><Relationship Id="rId3" Type="http://schemas.openxmlformats.org/officeDocument/2006/relationships/image" Target="../media/image8.png"/><Relationship Id="rId4" Type="http://schemas.openxmlformats.org/officeDocument/2006/relationships/image" Target="../media/image28.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9.png"/><Relationship Id="rId3" Type="http://schemas.openxmlformats.org/officeDocument/2006/relationships/image" Target="../media/image8.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9.png"/><Relationship Id="rId3" Type="http://schemas.openxmlformats.org/officeDocument/2006/relationships/image" Target="../media/image8.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2.png"/><Relationship Id="rId3" Type="http://schemas.openxmlformats.org/officeDocument/2006/relationships/image" Target="../media/image8.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9.png"/><Relationship Id="rId3" Type="http://schemas.openxmlformats.org/officeDocument/2006/relationships/image" Target="../media/image40.png"/><Relationship Id="rId4" Type="http://schemas.openxmlformats.org/officeDocument/2006/relationships/image" Target="../media/image8.png"/><Relationship Id="rId5" Type="http://schemas.openxmlformats.org/officeDocument/2006/relationships/image" Target="../media/image11.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31.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0.png"/><Relationship Id="rId3" Type="http://schemas.openxmlformats.org/officeDocument/2006/relationships/image" Target="../media/image10.png"/><Relationship Id="rId4" Type="http://schemas.openxmlformats.org/officeDocument/2006/relationships/image" Target="../media/image51.png"/><Relationship Id="rId5" Type="http://schemas.openxmlformats.org/officeDocument/2006/relationships/image" Target="../media/image8.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 Id="rId3" Type="http://schemas.openxmlformats.org/officeDocument/2006/relationships/image" Target="../media/image43.png"/><Relationship Id="rId4" Type="http://schemas.openxmlformats.org/officeDocument/2006/relationships/image" Target="../media/image41.png"/><Relationship Id="rId5" Type="http://schemas.openxmlformats.org/officeDocument/2006/relationships/image" Target="../media/image8.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8.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image" Target="../media/image8.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6.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10.png"/><Relationship Id="rId4" Type="http://schemas.openxmlformats.org/officeDocument/2006/relationships/image" Target="../media/image57.png"/><Relationship Id="rId5" Type="http://schemas.openxmlformats.org/officeDocument/2006/relationships/image" Target="../media/image8.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 Id="rId3" Type="http://schemas.openxmlformats.org/officeDocument/2006/relationships/image" Target="../media/image10.png"/><Relationship Id="rId4" Type="http://schemas.openxmlformats.org/officeDocument/2006/relationships/image" Target="../media/image54.png"/><Relationship Id="rId5" Type="http://schemas.openxmlformats.org/officeDocument/2006/relationships/image" Target="../media/image8.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75.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 Id="rId3" Type="http://schemas.openxmlformats.org/officeDocument/2006/relationships/image" Target="../media/image10.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0.png"/><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59.png"/><Relationship Id="rId6" Type="http://schemas.openxmlformats.org/officeDocument/2006/relationships/image" Target="../media/image60.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56.png"/><Relationship Id="rId4" Type="http://schemas.openxmlformats.org/officeDocument/2006/relationships/image" Target="../media/image65.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2.png"/><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25.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35.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image" Target="../media/image35.png"/><Relationship Id="rId5" Type="http://schemas.openxmlformats.org/officeDocument/2006/relationships/image" Target="../media/image8.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9.png"/><Relationship Id="rId3" Type="http://schemas.openxmlformats.org/officeDocument/2006/relationships/image" Target="../media/image48.png"/><Relationship Id="rId4" Type="http://schemas.openxmlformats.org/officeDocument/2006/relationships/image" Target="../media/image8.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9.png"/><Relationship Id="rId3" Type="http://schemas.openxmlformats.org/officeDocument/2006/relationships/image" Target="../media/image8.png"/><Relationship Id="rId4" Type="http://schemas.openxmlformats.org/officeDocument/2006/relationships/image" Target="../media/image28.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9.png"/><Relationship Id="rId3" Type="http://schemas.openxmlformats.org/officeDocument/2006/relationships/image" Target="../media/image8.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9.png"/><Relationship Id="rId3" Type="http://schemas.openxmlformats.org/officeDocument/2006/relationships/image" Target="../media/image8.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2.png"/><Relationship Id="rId3" Type="http://schemas.openxmlformats.org/officeDocument/2006/relationships/image" Target="../media/image8.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9.png"/><Relationship Id="rId3" Type="http://schemas.openxmlformats.org/officeDocument/2006/relationships/image" Target="../media/image40.png"/><Relationship Id="rId4" Type="http://schemas.openxmlformats.org/officeDocument/2006/relationships/image" Target="../media/image8.png"/><Relationship Id="rId5" Type="http://schemas.openxmlformats.org/officeDocument/2006/relationships/image" Target="../media/image11.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31.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0.png"/><Relationship Id="rId3" Type="http://schemas.openxmlformats.org/officeDocument/2006/relationships/image" Target="../media/image10.png"/><Relationship Id="rId4" Type="http://schemas.openxmlformats.org/officeDocument/2006/relationships/image" Target="../media/image51.png"/><Relationship Id="rId5" Type="http://schemas.openxmlformats.org/officeDocument/2006/relationships/image" Target="../media/image8.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6.png"/><Relationship Id="rId3" Type="http://schemas.openxmlformats.org/officeDocument/2006/relationships/image" Target="../media/image43.png"/><Relationship Id="rId4" Type="http://schemas.openxmlformats.org/officeDocument/2006/relationships/image" Target="../media/image41.png"/><Relationship Id="rId5" Type="http://schemas.openxmlformats.org/officeDocument/2006/relationships/image" Target="../media/image8.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8.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image" Target="../media/image8.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6.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 Id="rId3" Type="http://schemas.openxmlformats.org/officeDocument/2006/relationships/image" Target="../media/image10.png"/><Relationship Id="rId4" Type="http://schemas.openxmlformats.org/officeDocument/2006/relationships/image" Target="../media/image57.png"/><Relationship Id="rId5" Type="http://schemas.openxmlformats.org/officeDocument/2006/relationships/image" Target="../media/image8.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6.png"/><Relationship Id="rId3" Type="http://schemas.openxmlformats.org/officeDocument/2006/relationships/image" Target="../media/image10.png"/><Relationship Id="rId4" Type="http://schemas.openxmlformats.org/officeDocument/2006/relationships/image" Target="../media/image54.png"/><Relationship Id="rId5" Type="http://schemas.openxmlformats.org/officeDocument/2006/relationships/image" Target="../media/image8.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56.png"/><Relationship Id="rId4" Type="http://schemas.openxmlformats.org/officeDocument/2006/relationships/image" Target="../media/image65.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75.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5.png"/><Relationship Id="rId3" Type="http://schemas.openxmlformats.org/officeDocument/2006/relationships/image" Target="../media/image10.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80.png"/><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59.png"/><Relationship Id="rId6" Type="http://schemas.openxmlformats.org/officeDocument/2006/relationships/image" Target="../media/image60.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 Id="rId3" Type="http://schemas.openxmlformats.org/officeDocument/2006/relationships/image" Target="../media/image10.png"/><Relationship Id="rId4" Type="http://schemas.openxmlformats.org/officeDocument/2006/relationships/image" Target="../media/image8.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95" name="Shape 95"/>
        <p:cNvGrpSpPr/>
        <p:nvPr/>
      </p:nvGrpSpPr>
      <p:grpSpPr>
        <a:xfrm>
          <a:off x="0" y="0"/>
          <a:ext cx="0" cy="0"/>
          <a:chOff x="0" y="0"/>
          <a:chExt cx="0" cy="0"/>
        </a:xfrm>
      </p:grpSpPr>
      <p:pic>
        <p:nvPicPr>
          <p:cNvPr descr="Divider4.png" id="96" name="Google Shape;96;p25"/>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97" name="Google Shape;97;p25"/>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98" name="Google Shape;98;p25"/>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99" name="Google Shape;99;p25"/>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rmAutofit/>
          </a:bodyPr>
          <a:lstStyle>
            <a:lvl1pPr lvl="0" rtl="0" algn="ctr">
              <a:spcBef>
                <a:spcPts val="0"/>
              </a:spcBef>
              <a:spcAft>
                <a:spcPts val="0"/>
              </a:spcAft>
              <a:buSzPts val="5500"/>
              <a:buFont typeface="Space Mono"/>
              <a:buNone/>
              <a:defRPr sz="5500">
                <a:latin typeface="Space Mono"/>
                <a:ea typeface="Space Mono"/>
                <a:cs typeface="Space Mono"/>
                <a:sym typeface="Space Mono"/>
              </a:defRPr>
            </a:lvl1pPr>
            <a:lvl2pPr lvl="1" rtl="0" algn="ctr">
              <a:spcBef>
                <a:spcPts val="0"/>
              </a:spcBef>
              <a:spcAft>
                <a:spcPts val="0"/>
              </a:spcAft>
              <a:buSzPts val="5500"/>
              <a:buFont typeface="Space Mono"/>
              <a:buNone/>
              <a:defRPr sz="5500">
                <a:latin typeface="Space Mono"/>
                <a:ea typeface="Space Mono"/>
                <a:cs typeface="Space Mono"/>
                <a:sym typeface="Space Mono"/>
              </a:defRPr>
            </a:lvl2pPr>
            <a:lvl3pPr lvl="2" rtl="0" algn="ctr">
              <a:spcBef>
                <a:spcPts val="0"/>
              </a:spcBef>
              <a:spcAft>
                <a:spcPts val="0"/>
              </a:spcAft>
              <a:buSzPts val="5500"/>
              <a:buFont typeface="Space Mono"/>
              <a:buNone/>
              <a:defRPr sz="5500">
                <a:latin typeface="Space Mono"/>
                <a:ea typeface="Space Mono"/>
                <a:cs typeface="Space Mono"/>
                <a:sym typeface="Space Mono"/>
              </a:defRPr>
            </a:lvl3pPr>
            <a:lvl4pPr lvl="3" rtl="0" algn="ctr">
              <a:spcBef>
                <a:spcPts val="0"/>
              </a:spcBef>
              <a:spcAft>
                <a:spcPts val="0"/>
              </a:spcAft>
              <a:buSzPts val="5500"/>
              <a:buFont typeface="Space Mono"/>
              <a:buNone/>
              <a:defRPr sz="5500">
                <a:latin typeface="Space Mono"/>
                <a:ea typeface="Space Mono"/>
                <a:cs typeface="Space Mono"/>
                <a:sym typeface="Space Mono"/>
              </a:defRPr>
            </a:lvl4pPr>
            <a:lvl5pPr lvl="4" rtl="0" algn="ctr">
              <a:spcBef>
                <a:spcPts val="0"/>
              </a:spcBef>
              <a:spcAft>
                <a:spcPts val="0"/>
              </a:spcAft>
              <a:buSzPts val="5500"/>
              <a:buFont typeface="Space Mono"/>
              <a:buNone/>
              <a:defRPr sz="5500">
                <a:latin typeface="Space Mono"/>
                <a:ea typeface="Space Mono"/>
                <a:cs typeface="Space Mono"/>
                <a:sym typeface="Space Mono"/>
              </a:defRPr>
            </a:lvl5pPr>
            <a:lvl6pPr lvl="5" rtl="0" algn="ctr">
              <a:spcBef>
                <a:spcPts val="0"/>
              </a:spcBef>
              <a:spcAft>
                <a:spcPts val="0"/>
              </a:spcAft>
              <a:buSzPts val="5500"/>
              <a:buFont typeface="Space Mono"/>
              <a:buNone/>
              <a:defRPr sz="5500">
                <a:latin typeface="Space Mono"/>
                <a:ea typeface="Space Mono"/>
                <a:cs typeface="Space Mono"/>
                <a:sym typeface="Space Mono"/>
              </a:defRPr>
            </a:lvl6pPr>
            <a:lvl7pPr lvl="6" rtl="0" algn="ctr">
              <a:spcBef>
                <a:spcPts val="0"/>
              </a:spcBef>
              <a:spcAft>
                <a:spcPts val="0"/>
              </a:spcAft>
              <a:buSzPts val="5500"/>
              <a:buFont typeface="Space Mono"/>
              <a:buNone/>
              <a:defRPr sz="5500">
                <a:latin typeface="Space Mono"/>
                <a:ea typeface="Space Mono"/>
                <a:cs typeface="Space Mono"/>
                <a:sym typeface="Space Mono"/>
              </a:defRPr>
            </a:lvl7pPr>
            <a:lvl8pPr lvl="7" rtl="0" algn="ctr">
              <a:spcBef>
                <a:spcPts val="0"/>
              </a:spcBef>
              <a:spcAft>
                <a:spcPts val="0"/>
              </a:spcAft>
              <a:buSzPts val="5500"/>
              <a:buFont typeface="Space Mono"/>
              <a:buNone/>
              <a:defRPr sz="5500">
                <a:latin typeface="Space Mono"/>
                <a:ea typeface="Space Mono"/>
                <a:cs typeface="Space Mono"/>
                <a:sym typeface="Space Mono"/>
              </a:defRPr>
            </a:lvl8pPr>
            <a:lvl9pPr lvl="8" rtl="0"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100" name="Google Shape;100;p25"/>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rt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rt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rt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rt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rt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rt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rt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rt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101" name="Google Shape;101;p25"/>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rt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rt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rt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rt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rt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rt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rt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rt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102" name="Shape 102"/>
        <p:cNvGrpSpPr/>
        <p:nvPr/>
      </p:nvGrpSpPr>
      <p:grpSpPr>
        <a:xfrm>
          <a:off x="0" y="0"/>
          <a:ext cx="0" cy="0"/>
          <a:chOff x="0" y="0"/>
          <a:chExt cx="0" cy="0"/>
        </a:xfrm>
      </p:grpSpPr>
      <p:pic>
        <p:nvPicPr>
          <p:cNvPr id="103" name="Google Shape;103;p26"/>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104" name="Google Shape;104;p26"/>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105" name="Google Shape;105;p26"/>
          <p:cNvSpPr txBox="1"/>
          <p:nvPr>
            <p:ph idx="12" type="sldNum"/>
          </p:nvPr>
        </p:nvSpPr>
        <p:spPr>
          <a:xfrm>
            <a:off x="8543625" y="4795150"/>
            <a:ext cx="548700" cy="303000"/>
          </a:xfrm>
          <a:prstGeom prst="rect">
            <a:avLst/>
          </a:prstGeom>
        </p:spPr>
        <p:txBody>
          <a:bodyPr anchorCtr="0" anchor="ctr" bIns="91425" lIns="91425" spcFirstLastPara="1" rIns="91425" wrap="square" tIns="91425">
            <a:normAutofit fontScale="92500" lnSpcReduction="20000"/>
          </a:bodyPr>
          <a:lstStyle>
            <a:lvl1pPr lvl="0" rtl="0" algn="r">
              <a:buNone/>
              <a:defRPr sz="1000">
                <a:latin typeface="Poppins"/>
                <a:ea typeface="Poppins"/>
                <a:cs typeface="Poppins"/>
                <a:sym typeface="Poppins"/>
              </a:defRPr>
            </a:lvl1pPr>
            <a:lvl2pPr lvl="1" rtl="0" algn="r">
              <a:buNone/>
              <a:defRPr sz="1000">
                <a:latin typeface="Poppins"/>
                <a:ea typeface="Poppins"/>
                <a:cs typeface="Poppins"/>
                <a:sym typeface="Poppins"/>
              </a:defRPr>
            </a:lvl2pPr>
            <a:lvl3pPr lvl="2" rtl="0" algn="r">
              <a:buNone/>
              <a:defRPr sz="1000">
                <a:latin typeface="Poppins"/>
                <a:ea typeface="Poppins"/>
                <a:cs typeface="Poppins"/>
                <a:sym typeface="Poppins"/>
              </a:defRPr>
            </a:lvl3pPr>
            <a:lvl4pPr lvl="3" rtl="0" algn="r">
              <a:buNone/>
              <a:defRPr sz="1000">
                <a:latin typeface="Poppins"/>
                <a:ea typeface="Poppins"/>
                <a:cs typeface="Poppins"/>
                <a:sym typeface="Poppins"/>
              </a:defRPr>
            </a:lvl4pPr>
            <a:lvl5pPr lvl="4" rtl="0" algn="r">
              <a:buNone/>
              <a:defRPr sz="1000">
                <a:latin typeface="Poppins"/>
                <a:ea typeface="Poppins"/>
                <a:cs typeface="Poppins"/>
                <a:sym typeface="Poppins"/>
              </a:defRPr>
            </a:lvl5pPr>
            <a:lvl6pPr lvl="5" rtl="0" algn="r">
              <a:buNone/>
              <a:defRPr sz="1000">
                <a:latin typeface="Poppins"/>
                <a:ea typeface="Poppins"/>
                <a:cs typeface="Poppins"/>
                <a:sym typeface="Poppins"/>
              </a:defRPr>
            </a:lvl6pPr>
            <a:lvl7pPr lvl="6" rtl="0" algn="r">
              <a:buNone/>
              <a:defRPr sz="1000">
                <a:latin typeface="Poppins"/>
                <a:ea typeface="Poppins"/>
                <a:cs typeface="Poppins"/>
                <a:sym typeface="Poppins"/>
              </a:defRPr>
            </a:lvl7pPr>
            <a:lvl8pPr lvl="7" rtl="0" algn="r">
              <a:buNone/>
              <a:defRPr sz="1000">
                <a:latin typeface="Poppins"/>
                <a:ea typeface="Poppins"/>
                <a:cs typeface="Poppins"/>
                <a:sym typeface="Poppins"/>
              </a:defRPr>
            </a:lvl8pPr>
            <a:lvl9pPr lvl="8" rtl="0"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6" name="Google Shape;106;p26"/>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107" name="Shape 107"/>
        <p:cNvGrpSpPr/>
        <p:nvPr/>
      </p:nvGrpSpPr>
      <p:grpSpPr>
        <a:xfrm>
          <a:off x="0" y="0"/>
          <a:ext cx="0" cy="0"/>
          <a:chOff x="0" y="0"/>
          <a:chExt cx="0" cy="0"/>
        </a:xfrm>
      </p:grpSpPr>
      <p:sp>
        <p:nvSpPr>
          <p:cNvPr id="108" name="Google Shape;108;p27"/>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109" name="Google Shape;109;p27"/>
          <p:cNvGrpSpPr/>
          <p:nvPr/>
        </p:nvGrpSpPr>
        <p:grpSpPr>
          <a:xfrm rot="5400000">
            <a:off x="5719749" y="1629787"/>
            <a:ext cx="4964577" cy="1883925"/>
            <a:chOff x="4152224" y="1218499"/>
            <a:chExt cx="4964577" cy="1883925"/>
          </a:xfrm>
        </p:grpSpPr>
        <p:pic>
          <p:nvPicPr>
            <p:cNvPr id="110" name="Google Shape;110;p27"/>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111" name="Google Shape;111;p27"/>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112" name="Google Shape;112;p2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13" name="Google Shape;113;p27"/>
          <p:cNvSpPr txBox="1"/>
          <p:nvPr>
            <p:ph idx="12" type="sldNum"/>
          </p:nvPr>
        </p:nvSpPr>
        <p:spPr>
          <a:xfrm>
            <a:off x="8543625" y="4795150"/>
            <a:ext cx="548700" cy="303000"/>
          </a:xfrm>
          <a:prstGeom prst="rect">
            <a:avLst/>
          </a:prstGeom>
        </p:spPr>
        <p:txBody>
          <a:bodyPr anchorCtr="0" anchor="ctr" bIns="91425" lIns="91425" spcFirstLastPara="1" rIns="91425" wrap="square" tIns="91425">
            <a:normAutofit fontScale="92500" lnSpcReduction="20000"/>
          </a:bodyPr>
          <a:lstStyle>
            <a:lvl1pPr lvl="0" rtl="0" algn="r">
              <a:buNone/>
              <a:defRPr sz="1000">
                <a:latin typeface="Poppins"/>
                <a:ea typeface="Poppins"/>
                <a:cs typeface="Poppins"/>
                <a:sym typeface="Poppins"/>
              </a:defRPr>
            </a:lvl1pPr>
            <a:lvl2pPr lvl="1" rtl="0" algn="r">
              <a:buNone/>
              <a:defRPr sz="1000">
                <a:latin typeface="Poppins"/>
                <a:ea typeface="Poppins"/>
                <a:cs typeface="Poppins"/>
                <a:sym typeface="Poppins"/>
              </a:defRPr>
            </a:lvl2pPr>
            <a:lvl3pPr lvl="2" rtl="0" algn="r">
              <a:buNone/>
              <a:defRPr sz="1000">
                <a:latin typeface="Poppins"/>
                <a:ea typeface="Poppins"/>
                <a:cs typeface="Poppins"/>
                <a:sym typeface="Poppins"/>
              </a:defRPr>
            </a:lvl3pPr>
            <a:lvl4pPr lvl="3" rtl="0" algn="r">
              <a:buNone/>
              <a:defRPr sz="1000">
                <a:latin typeface="Poppins"/>
                <a:ea typeface="Poppins"/>
                <a:cs typeface="Poppins"/>
                <a:sym typeface="Poppins"/>
              </a:defRPr>
            </a:lvl4pPr>
            <a:lvl5pPr lvl="4" rtl="0" algn="r">
              <a:buNone/>
              <a:defRPr sz="1000">
                <a:latin typeface="Poppins"/>
                <a:ea typeface="Poppins"/>
                <a:cs typeface="Poppins"/>
                <a:sym typeface="Poppins"/>
              </a:defRPr>
            </a:lvl5pPr>
            <a:lvl6pPr lvl="5" rtl="0" algn="r">
              <a:buNone/>
              <a:defRPr sz="1000">
                <a:latin typeface="Poppins"/>
                <a:ea typeface="Poppins"/>
                <a:cs typeface="Poppins"/>
                <a:sym typeface="Poppins"/>
              </a:defRPr>
            </a:lvl6pPr>
            <a:lvl7pPr lvl="6" rtl="0" algn="r">
              <a:buNone/>
              <a:defRPr sz="1000">
                <a:latin typeface="Poppins"/>
                <a:ea typeface="Poppins"/>
                <a:cs typeface="Poppins"/>
                <a:sym typeface="Poppins"/>
              </a:defRPr>
            </a:lvl7pPr>
            <a:lvl8pPr lvl="7" rtl="0" algn="r">
              <a:buNone/>
              <a:defRPr sz="1000">
                <a:latin typeface="Poppins"/>
                <a:ea typeface="Poppins"/>
                <a:cs typeface="Poppins"/>
                <a:sym typeface="Poppins"/>
              </a:defRPr>
            </a:lvl8pPr>
            <a:lvl9pPr lvl="8" rtl="0"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114" name="Shape 114"/>
        <p:cNvGrpSpPr/>
        <p:nvPr/>
      </p:nvGrpSpPr>
      <p:grpSpPr>
        <a:xfrm>
          <a:off x="0" y="0"/>
          <a:ext cx="0" cy="0"/>
          <a:chOff x="0" y="0"/>
          <a:chExt cx="0" cy="0"/>
        </a:xfrm>
      </p:grpSpPr>
      <p:pic>
        <p:nvPicPr>
          <p:cNvPr id="115" name="Google Shape;115;p28"/>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116" name="Google Shape;116;p28"/>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117" name="Google Shape;117;p28"/>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118" name="Google Shape;118;p28"/>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119" name="Google Shape;119;p2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20" name="Google Shape;120;p28"/>
          <p:cNvSpPr txBox="1"/>
          <p:nvPr>
            <p:ph idx="12" type="sldNum"/>
          </p:nvPr>
        </p:nvSpPr>
        <p:spPr>
          <a:xfrm>
            <a:off x="8543625" y="4795150"/>
            <a:ext cx="548700" cy="303000"/>
          </a:xfrm>
          <a:prstGeom prst="rect">
            <a:avLst/>
          </a:prstGeom>
        </p:spPr>
        <p:txBody>
          <a:bodyPr anchorCtr="0" anchor="ctr" bIns="91425" lIns="91425" spcFirstLastPara="1" rIns="91425" wrap="square" tIns="91425">
            <a:normAutofit fontScale="92500" lnSpcReduction="20000"/>
          </a:bodyPr>
          <a:lstStyle>
            <a:lvl1pPr lvl="0" rtl="0" algn="r">
              <a:buNone/>
              <a:defRPr sz="1000">
                <a:latin typeface="Poppins"/>
                <a:ea typeface="Poppins"/>
                <a:cs typeface="Poppins"/>
                <a:sym typeface="Poppins"/>
              </a:defRPr>
            </a:lvl1pPr>
            <a:lvl2pPr lvl="1" rtl="0" algn="r">
              <a:buNone/>
              <a:defRPr sz="1000">
                <a:latin typeface="Poppins"/>
                <a:ea typeface="Poppins"/>
                <a:cs typeface="Poppins"/>
                <a:sym typeface="Poppins"/>
              </a:defRPr>
            </a:lvl2pPr>
            <a:lvl3pPr lvl="2" rtl="0" algn="r">
              <a:buNone/>
              <a:defRPr sz="1000">
                <a:latin typeface="Poppins"/>
                <a:ea typeface="Poppins"/>
                <a:cs typeface="Poppins"/>
                <a:sym typeface="Poppins"/>
              </a:defRPr>
            </a:lvl3pPr>
            <a:lvl4pPr lvl="3" rtl="0" algn="r">
              <a:buNone/>
              <a:defRPr sz="1000">
                <a:latin typeface="Poppins"/>
                <a:ea typeface="Poppins"/>
                <a:cs typeface="Poppins"/>
                <a:sym typeface="Poppins"/>
              </a:defRPr>
            </a:lvl4pPr>
            <a:lvl5pPr lvl="4" rtl="0" algn="r">
              <a:buNone/>
              <a:defRPr sz="1000">
                <a:latin typeface="Poppins"/>
                <a:ea typeface="Poppins"/>
                <a:cs typeface="Poppins"/>
                <a:sym typeface="Poppins"/>
              </a:defRPr>
            </a:lvl5pPr>
            <a:lvl6pPr lvl="5" rtl="0" algn="r">
              <a:buNone/>
              <a:defRPr sz="1000">
                <a:latin typeface="Poppins"/>
                <a:ea typeface="Poppins"/>
                <a:cs typeface="Poppins"/>
                <a:sym typeface="Poppins"/>
              </a:defRPr>
            </a:lvl6pPr>
            <a:lvl7pPr lvl="6" rtl="0" algn="r">
              <a:buNone/>
              <a:defRPr sz="1000">
                <a:latin typeface="Poppins"/>
                <a:ea typeface="Poppins"/>
                <a:cs typeface="Poppins"/>
                <a:sym typeface="Poppins"/>
              </a:defRPr>
            </a:lvl7pPr>
            <a:lvl8pPr lvl="7" rtl="0" algn="r">
              <a:buNone/>
              <a:defRPr sz="1000">
                <a:latin typeface="Poppins"/>
                <a:ea typeface="Poppins"/>
                <a:cs typeface="Poppins"/>
                <a:sym typeface="Poppins"/>
              </a:defRPr>
            </a:lvl8pPr>
            <a:lvl9pPr lvl="8" rtl="0"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28"/>
          <p:cNvSpPr txBox="1"/>
          <p:nvPr>
            <p:ph type="title"/>
          </p:nvPr>
        </p:nvSpPr>
        <p:spPr>
          <a:xfrm>
            <a:off x="452400" y="481263"/>
            <a:ext cx="8239200" cy="572400"/>
          </a:xfrm>
          <a:prstGeom prst="rect">
            <a:avLst/>
          </a:prstGeom>
        </p:spPr>
        <p:txBody>
          <a:bodyPr anchorCtr="0" anchor="t" bIns="91425" lIns="91425" spcFirstLastPara="1" rIns="91425" wrap="square" tIns="91425">
            <a:normAutofit/>
          </a:bodyPr>
          <a:lstStyle>
            <a:lvl1pPr lvl="0" rtl="0">
              <a:spcBef>
                <a:spcPts val="0"/>
              </a:spcBef>
              <a:spcAft>
                <a:spcPts val="0"/>
              </a:spcAft>
              <a:buSzPts val="2400"/>
              <a:buFont typeface="Space Mono"/>
              <a:buNone/>
              <a:defRPr b="1" sz="2400">
                <a:latin typeface="Space Mono"/>
                <a:ea typeface="Space Mono"/>
                <a:cs typeface="Space Mono"/>
                <a:sym typeface="Space Mono"/>
              </a:defRPr>
            </a:lvl1pPr>
            <a:lvl2pPr lvl="1" rtl="0">
              <a:spcBef>
                <a:spcPts val="0"/>
              </a:spcBef>
              <a:spcAft>
                <a:spcPts val="0"/>
              </a:spcAft>
              <a:buSzPts val="3200"/>
              <a:buFont typeface="Space Mono"/>
              <a:buNone/>
              <a:defRPr sz="3200">
                <a:latin typeface="Space Mono"/>
                <a:ea typeface="Space Mono"/>
                <a:cs typeface="Space Mono"/>
                <a:sym typeface="Space Mono"/>
              </a:defRPr>
            </a:lvl2pPr>
            <a:lvl3pPr lvl="2" rtl="0">
              <a:spcBef>
                <a:spcPts val="0"/>
              </a:spcBef>
              <a:spcAft>
                <a:spcPts val="0"/>
              </a:spcAft>
              <a:buSzPts val="3200"/>
              <a:buFont typeface="Space Mono"/>
              <a:buNone/>
              <a:defRPr sz="3200">
                <a:latin typeface="Space Mono"/>
                <a:ea typeface="Space Mono"/>
                <a:cs typeface="Space Mono"/>
                <a:sym typeface="Space Mono"/>
              </a:defRPr>
            </a:lvl3pPr>
            <a:lvl4pPr lvl="3" rtl="0">
              <a:spcBef>
                <a:spcPts val="0"/>
              </a:spcBef>
              <a:spcAft>
                <a:spcPts val="0"/>
              </a:spcAft>
              <a:buSzPts val="3200"/>
              <a:buFont typeface="Space Mono"/>
              <a:buNone/>
              <a:defRPr sz="3200">
                <a:latin typeface="Space Mono"/>
                <a:ea typeface="Space Mono"/>
                <a:cs typeface="Space Mono"/>
                <a:sym typeface="Space Mono"/>
              </a:defRPr>
            </a:lvl4pPr>
            <a:lvl5pPr lvl="4" rtl="0">
              <a:spcBef>
                <a:spcPts val="0"/>
              </a:spcBef>
              <a:spcAft>
                <a:spcPts val="0"/>
              </a:spcAft>
              <a:buSzPts val="3200"/>
              <a:buFont typeface="Space Mono"/>
              <a:buNone/>
              <a:defRPr sz="3200">
                <a:latin typeface="Space Mono"/>
                <a:ea typeface="Space Mono"/>
                <a:cs typeface="Space Mono"/>
                <a:sym typeface="Space Mono"/>
              </a:defRPr>
            </a:lvl5pPr>
            <a:lvl6pPr lvl="5" rtl="0">
              <a:spcBef>
                <a:spcPts val="0"/>
              </a:spcBef>
              <a:spcAft>
                <a:spcPts val="0"/>
              </a:spcAft>
              <a:buSzPts val="3200"/>
              <a:buFont typeface="Space Mono"/>
              <a:buNone/>
              <a:defRPr sz="3200">
                <a:latin typeface="Space Mono"/>
                <a:ea typeface="Space Mono"/>
                <a:cs typeface="Space Mono"/>
                <a:sym typeface="Space Mono"/>
              </a:defRPr>
            </a:lvl6pPr>
            <a:lvl7pPr lvl="6" rtl="0">
              <a:spcBef>
                <a:spcPts val="0"/>
              </a:spcBef>
              <a:spcAft>
                <a:spcPts val="0"/>
              </a:spcAft>
              <a:buSzPts val="3200"/>
              <a:buFont typeface="Space Mono"/>
              <a:buNone/>
              <a:defRPr sz="3200">
                <a:latin typeface="Space Mono"/>
                <a:ea typeface="Space Mono"/>
                <a:cs typeface="Space Mono"/>
                <a:sym typeface="Space Mono"/>
              </a:defRPr>
            </a:lvl7pPr>
            <a:lvl8pPr lvl="7" rtl="0">
              <a:spcBef>
                <a:spcPts val="0"/>
              </a:spcBef>
              <a:spcAft>
                <a:spcPts val="0"/>
              </a:spcAft>
              <a:buSzPts val="3200"/>
              <a:buFont typeface="Space Mono"/>
              <a:buNone/>
              <a:defRPr sz="3200">
                <a:latin typeface="Space Mono"/>
                <a:ea typeface="Space Mono"/>
                <a:cs typeface="Space Mono"/>
                <a:sym typeface="Space Mono"/>
              </a:defRPr>
            </a:lvl8pPr>
            <a:lvl9pPr lvl="8" rtl="0">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Discussion Prompt">
  <p:cSld name="CUSTOM_6">
    <p:spTree>
      <p:nvGrpSpPr>
        <p:cNvPr id="122" name="Shape 122"/>
        <p:cNvGrpSpPr/>
        <p:nvPr/>
      </p:nvGrpSpPr>
      <p:grpSpPr>
        <a:xfrm>
          <a:off x="0" y="0"/>
          <a:ext cx="0" cy="0"/>
          <a:chOff x="0" y="0"/>
          <a:chExt cx="0" cy="0"/>
        </a:xfrm>
      </p:grpSpPr>
      <p:pic>
        <p:nvPicPr>
          <p:cNvPr id="123" name="Google Shape;123;p29"/>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24" name="Google Shape;124;p29"/>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125" name="Google Shape;125;p29"/>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rmAutofit/>
          </a:bodyPr>
          <a:lstStyle>
            <a:lvl1pPr lvl="0" rt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26" name="Google Shape;126;p2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27" name="Google Shape;127;p29"/>
          <p:cNvSpPr txBox="1"/>
          <p:nvPr>
            <p:ph idx="12" type="sldNum"/>
          </p:nvPr>
        </p:nvSpPr>
        <p:spPr>
          <a:xfrm>
            <a:off x="8543625" y="4795150"/>
            <a:ext cx="548700" cy="303000"/>
          </a:xfrm>
          <a:prstGeom prst="rect">
            <a:avLst/>
          </a:prstGeom>
        </p:spPr>
        <p:txBody>
          <a:bodyPr anchorCtr="0" anchor="ctr" bIns="91425" lIns="91425" spcFirstLastPara="1" rIns="91425" wrap="square" tIns="91425">
            <a:normAutofit fontScale="92500" lnSpcReduction="20000"/>
          </a:bodyPr>
          <a:lstStyle>
            <a:lvl1pPr lvl="0" rtl="0" algn="r">
              <a:buNone/>
              <a:defRPr sz="1000">
                <a:latin typeface="Poppins"/>
                <a:ea typeface="Poppins"/>
                <a:cs typeface="Poppins"/>
                <a:sym typeface="Poppins"/>
              </a:defRPr>
            </a:lvl1pPr>
            <a:lvl2pPr lvl="1" rtl="0" algn="r">
              <a:buNone/>
              <a:defRPr sz="1000">
                <a:latin typeface="Poppins"/>
                <a:ea typeface="Poppins"/>
                <a:cs typeface="Poppins"/>
                <a:sym typeface="Poppins"/>
              </a:defRPr>
            </a:lvl2pPr>
            <a:lvl3pPr lvl="2" rtl="0" algn="r">
              <a:buNone/>
              <a:defRPr sz="1000">
                <a:latin typeface="Poppins"/>
                <a:ea typeface="Poppins"/>
                <a:cs typeface="Poppins"/>
                <a:sym typeface="Poppins"/>
              </a:defRPr>
            </a:lvl3pPr>
            <a:lvl4pPr lvl="3" rtl="0" algn="r">
              <a:buNone/>
              <a:defRPr sz="1000">
                <a:latin typeface="Poppins"/>
                <a:ea typeface="Poppins"/>
                <a:cs typeface="Poppins"/>
                <a:sym typeface="Poppins"/>
              </a:defRPr>
            </a:lvl4pPr>
            <a:lvl5pPr lvl="4" rtl="0" algn="r">
              <a:buNone/>
              <a:defRPr sz="1000">
                <a:latin typeface="Poppins"/>
                <a:ea typeface="Poppins"/>
                <a:cs typeface="Poppins"/>
                <a:sym typeface="Poppins"/>
              </a:defRPr>
            </a:lvl5pPr>
            <a:lvl6pPr lvl="5" rtl="0" algn="r">
              <a:buNone/>
              <a:defRPr sz="1000">
                <a:latin typeface="Poppins"/>
                <a:ea typeface="Poppins"/>
                <a:cs typeface="Poppins"/>
                <a:sym typeface="Poppins"/>
              </a:defRPr>
            </a:lvl6pPr>
            <a:lvl7pPr lvl="6" rtl="0" algn="r">
              <a:buNone/>
              <a:defRPr sz="1000">
                <a:latin typeface="Poppins"/>
                <a:ea typeface="Poppins"/>
                <a:cs typeface="Poppins"/>
                <a:sym typeface="Poppins"/>
              </a:defRPr>
            </a:lvl7pPr>
            <a:lvl8pPr lvl="7" rtl="0" algn="r">
              <a:buNone/>
              <a:defRPr sz="1000">
                <a:latin typeface="Poppins"/>
                <a:ea typeface="Poppins"/>
                <a:cs typeface="Poppins"/>
                <a:sym typeface="Poppins"/>
              </a:defRPr>
            </a:lvl8pPr>
            <a:lvl9pPr lvl="8" rtl="0"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28" name="Google Shape;128;p29"/>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129" name="Google Shape;129;p2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130" name="Google Shape;130;p29"/>
          <p:cNvSpPr txBox="1"/>
          <p:nvPr>
            <p:ph idx="2" type="body"/>
          </p:nvPr>
        </p:nvSpPr>
        <p:spPr>
          <a:xfrm>
            <a:off x="604800" y="1412888"/>
            <a:ext cx="8239200" cy="33603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rtl="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Section Card">
  <p:cSld name="CUSTOM_2">
    <p:spTree>
      <p:nvGrpSpPr>
        <p:cNvPr id="131" name="Shape 131"/>
        <p:cNvGrpSpPr/>
        <p:nvPr/>
      </p:nvGrpSpPr>
      <p:grpSpPr>
        <a:xfrm>
          <a:off x="0" y="0"/>
          <a:ext cx="0" cy="0"/>
          <a:chOff x="0" y="0"/>
          <a:chExt cx="0" cy="0"/>
        </a:xfrm>
      </p:grpSpPr>
      <p:pic>
        <p:nvPicPr>
          <p:cNvPr descr="Divider1.png" id="132" name="Google Shape;132;p30"/>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33" name="Google Shape;133;p30"/>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rmAutofit/>
          </a:bodyPr>
          <a:lstStyle>
            <a:lvl1pPr lvl="0" rt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4" name="Google Shape;134;p30"/>
          <p:cNvSpPr txBox="1"/>
          <p:nvPr>
            <p:ph idx="1" type="subTitle"/>
          </p:nvPr>
        </p:nvSpPr>
        <p:spPr>
          <a:xfrm>
            <a:off x="785650" y="1770100"/>
            <a:ext cx="4127100" cy="388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rtl="0">
              <a:spcBef>
                <a:spcPts val="0"/>
              </a:spcBef>
              <a:spcAft>
                <a:spcPts val="0"/>
              </a:spcAft>
              <a:buSzPts val="1400"/>
              <a:buFont typeface="Poppins"/>
              <a:buNone/>
              <a:defRPr>
                <a:latin typeface="Poppins"/>
                <a:ea typeface="Poppins"/>
                <a:cs typeface="Poppins"/>
                <a:sym typeface="Poppins"/>
              </a:defRPr>
            </a:lvl2pPr>
            <a:lvl3pPr lvl="2" rtl="0">
              <a:spcBef>
                <a:spcPts val="0"/>
              </a:spcBef>
              <a:spcAft>
                <a:spcPts val="0"/>
              </a:spcAft>
              <a:buSzPts val="1400"/>
              <a:buFont typeface="Poppins"/>
              <a:buNone/>
              <a:defRPr>
                <a:latin typeface="Poppins"/>
                <a:ea typeface="Poppins"/>
                <a:cs typeface="Poppins"/>
                <a:sym typeface="Poppins"/>
              </a:defRPr>
            </a:lvl3pPr>
            <a:lvl4pPr lvl="3" rtl="0">
              <a:spcBef>
                <a:spcPts val="0"/>
              </a:spcBef>
              <a:spcAft>
                <a:spcPts val="0"/>
              </a:spcAft>
              <a:buSzPts val="1400"/>
              <a:buFont typeface="Poppins"/>
              <a:buNone/>
              <a:defRPr>
                <a:latin typeface="Poppins"/>
                <a:ea typeface="Poppins"/>
                <a:cs typeface="Poppins"/>
                <a:sym typeface="Poppins"/>
              </a:defRPr>
            </a:lvl4pPr>
            <a:lvl5pPr lvl="4" rtl="0">
              <a:spcBef>
                <a:spcPts val="0"/>
              </a:spcBef>
              <a:spcAft>
                <a:spcPts val="0"/>
              </a:spcAft>
              <a:buSzPts val="1400"/>
              <a:buFont typeface="Poppins"/>
              <a:buNone/>
              <a:defRPr>
                <a:latin typeface="Poppins"/>
                <a:ea typeface="Poppins"/>
                <a:cs typeface="Poppins"/>
                <a:sym typeface="Poppins"/>
              </a:defRPr>
            </a:lvl5pPr>
            <a:lvl6pPr lvl="5" rtl="0">
              <a:spcBef>
                <a:spcPts val="0"/>
              </a:spcBef>
              <a:spcAft>
                <a:spcPts val="0"/>
              </a:spcAft>
              <a:buSzPts val="1400"/>
              <a:buFont typeface="Poppins"/>
              <a:buNone/>
              <a:defRPr>
                <a:latin typeface="Poppins"/>
                <a:ea typeface="Poppins"/>
                <a:cs typeface="Poppins"/>
                <a:sym typeface="Poppins"/>
              </a:defRPr>
            </a:lvl6pPr>
            <a:lvl7pPr lvl="6" rtl="0">
              <a:spcBef>
                <a:spcPts val="0"/>
              </a:spcBef>
              <a:spcAft>
                <a:spcPts val="0"/>
              </a:spcAft>
              <a:buSzPts val="1400"/>
              <a:buFont typeface="Poppins"/>
              <a:buNone/>
              <a:defRPr>
                <a:latin typeface="Poppins"/>
                <a:ea typeface="Poppins"/>
                <a:cs typeface="Poppins"/>
                <a:sym typeface="Poppins"/>
              </a:defRPr>
            </a:lvl7pPr>
            <a:lvl8pPr lvl="7" rtl="0">
              <a:spcBef>
                <a:spcPts val="0"/>
              </a:spcBef>
              <a:spcAft>
                <a:spcPts val="0"/>
              </a:spcAft>
              <a:buSzPts val="1400"/>
              <a:buFont typeface="Poppins"/>
              <a:buNone/>
              <a:defRPr>
                <a:latin typeface="Poppins"/>
                <a:ea typeface="Poppins"/>
                <a:cs typeface="Poppins"/>
                <a:sym typeface="Poppins"/>
              </a:defRPr>
            </a:lvl8pPr>
            <a:lvl9pPr lvl="8" rtl="0">
              <a:spcBef>
                <a:spcPts val="0"/>
              </a:spcBef>
              <a:spcAft>
                <a:spcPts val="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Main Idea">
  <p:cSld name="CUSTOM_5">
    <p:spTree>
      <p:nvGrpSpPr>
        <p:cNvPr id="135" name="Shape 135"/>
        <p:cNvGrpSpPr/>
        <p:nvPr/>
      </p:nvGrpSpPr>
      <p:grpSpPr>
        <a:xfrm>
          <a:off x="0" y="0"/>
          <a:ext cx="0" cy="0"/>
          <a:chOff x="0" y="0"/>
          <a:chExt cx="0" cy="0"/>
        </a:xfrm>
      </p:grpSpPr>
      <p:pic>
        <p:nvPicPr>
          <p:cNvPr id="136" name="Google Shape;136;p31"/>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137" name="Google Shape;137;p31"/>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138" name="Google Shape;138;p31"/>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1"/>
          <p:cNvSpPr txBox="1"/>
          <p:nvPr>
            <p:ph type="title"/>
          </p:nvPr>
        </p:nvSpPr>
        <p:spPr>
          <a:xfrm>
            <a:off x="914400" y="1656900"/>
            <a:ext cx="7315200" cy="1829700"/>
          </a:xfrm>
          <a:prstGeom prst="rect">
            <a:avLst/>
          </a:prstGeom>
        </p:spPr>
        <p:txBody>
          <a:bodyPr anchorCtr="0" anchor="ctr" bIns="91425" lIns="274300" spcFirstLastPara="1" rIns="274300" wrap="square" tIns="91425">
            <a:normAutofit/>
          </a:bodyPr>
          <a:lstStyle>
            <a:lvl1pPr lvl="0" rt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rt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rt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rt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rt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rt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rt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rt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rt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_2">
    <p:spTree>
      <p:nvGrpSpPr>
        <p:cNvPr id="140" name="Shape 140"/>
        <p:cNvGrpSpPr/>
        <p:nvPr/>
      </p:nvGrpSpPr>
      <p:grpSpPr>
        <a:xfrm>
          <a:off x="0" y="0"/>
          <a:ext cx="0" cy="0"/>
          <a:chOff x="0" y="0"/>
          <a:chExt cx="0" cy="0"/>
        </a:xfrm>
      </p:grpSpPr>
      <p:pic>
        <p:nvPicPr>
          <p:cNvPr id="141" name="Google Shape;141;p32"/>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142" name="Google Shape;142;p32"/>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143" name="Google Shape;143;p32"/>
          <p:cNvSpPr txBox="1"/>
          <p:nvPr>
            <p:ph type="title"/>
          </p:nvPr>
        </p:nvSpPr>
        <p:spPr>
          <a:xfrm>
            <a:off x="452400" y="481263"/>
            <a:ext cx="8239200" cy="572400"/>
          </a:xfrm>
          <a:prstGeom prst="rect">
            <a:avLst/>
          </a:prstGeom>
        </p:spPr>
        <p:txBody>
          <a:bodyPr anchorCtr="0" anchor="t" bIns="91425" lIns="91425" spcFirstLastPara="1" rIns="91425" wrap="square" tIns="91425">
            <a:normAutofit/>
          </a:bodyPr>
          <a:lstStyle>
            <a:lvl1pPr lvl="0" rtl="0">
              <a:spcBef>
                <a:spcPts val="0"/>
              </a:spcBef>
              <a:spcAft>
                <a:spcPts val="0"/>
              </a:spcAft>
              <a:buSzPts val="2400"/>
              <a:buFont typeface="Space Mono"/>
              <a:buNone/>
              <a:defRPr b="1" sz="2400">
                <a:latin typeface="Space Mono"/>
                <a:ea typeface="Space Mono"/>
                <a:cs typeface="Space Mono"/>
                <a:sym typeface="Space Mono"/>
              </a:defRPr>
            </a:lvl1pPr>
            <a:lvl2pPr lvl="1" rtl="0">
              <a:spcBef>
                <a:spcPts val="0"/>
              </a:spcBef>
              <a:spcAft>
                <a:spcPts val="0"/>
              </a:spcAft>
              <a:buSzPts val="3200"/>
              <a:buFont typeface="Space Mono"/>
              <a:buNone/>
              <a:defRPr sz="3200">
                <a:latin typeface="Space Mono"/>
                <a:ea typeface="Space Mono"/>
                <a:cs typeface="Space Mono"/>
                <a:sym typeface="Space Mono"/>
              </a:defRPr>
            </a:lvl2pPr>
            <a:lvl3pPr lvl="2" rtl="0">
              <a:spcBef>
                <a:spcPts val="0"/>
              </a:spcBef>
              <a:spcAft>
                <a:spcPts val="0"/>
              </a:spcAft>
              <a:buSzPts val="3200"/>
              <a:buFont typeface="Space Mono"/>
              <a:buNone/>
              <a:defRPr sz="3200">
                <a:latin typeface="Space Mono"/>
                <a:ea typeface="Space Mono"/>
                <a:cs typeface="Space Mono"/>
                <a:sym typeface="Space Mono"/>
              </a:defRPr>
            </a:lvl3pPr>
            <a:lvl4pPr lvl="3" rtl="0">
              <a:spcBef>
                <a:spcPts val="0"/>
              </a:spcBef>
              <a:spcAft>
                <a:spcPts val="0"/>
              </a:spcAft>
              <a:buSzPts val="3200"/>
              <a:buFont typeface="Space Mono"/>
              <a:buNone/>
              <a:defRPr sz="3200">
                <a:latin typeface="Space Mono"/>
                <a:ea typeface="Space Mono"/>
                <a:cs typeface="Space Mono"/>
                <a:sym typeface="Space Mono"/>
              </a:defRPr>
            </a:lvl4pPr>
            <a:lvl5pPr lvl="4" rtl="0">
              <a:spcBef>
                <a:spcPts val="0"/>
              </a:spcBef>
              <a:spcAft>
                <a:spcPts val="0"/>
              </a:spcAft>
              <a:buSzPts val="3200"/>
              <a:buFont typeface="Space Mono"/>
              <a:buNone/>
              <a:defRPr sz="3200">
                <a:latin typeface="Space Mono"/>
                <a:ea typeface="Space Mono"/>
                <a:cs typeface="Space Mono"/>
                <a:sym typeface="Space Mono"/>
              </a:defRPr>
            </a:lvl5pPr>
            <a:lvl6pPr lvl="5" rtl="0">
              <a:spcBef>
                <a:spcPts val="0"/>
              </a:spcBef>
              <a:spcAft>
                <a:spcPts val="0"/>
              </a:spcAft>
              <a:buSzPts val="3200"/>
              <a:buFont typeface="Space Mono"/>
              <a:buNone/>
              <a:defRPr sz="3200">
                <a:latin typeface="Space Mono"/>
                <a:ea typeface="Space Mono"/>
                <a:cs typeface="Space Mono"/>
                <a:sym typeface="Space Mono"/>
              </a:defRPr>
            </a:lvl6pPr>
            <a:lvl7pPr lvl="6" rtl="0">
              <a:spcBef>
                <a:spcPts val="0"/>
              </a:spcBef>
              <a:spcAft>
                <a:spcPts val="0"/>
              </a:spcAft>
              <a:buSzPts val="3200"/>
              <a:buFont typeface="Space Mono"/>
              <a:buNone/>
              <a:defRPr sz="3200">
                <a:latin typeface="Space Mono"/>
                <a:ea typeface="Space Mono"/>
                <a:cs typeface="Space Mono"/>
                <a:sym typeface="Space Mono"/>
              </a:defRPr>
            </a:lvl7pPr>
            <a:lvl8pPr lvl="7" rtl="0">
              <a:spcBef>
                <a:spcPts val="0"/>
              </a:spcBef>
              <a:spcAft>
                <a:spcPts val="0"/>
              </a:spcAft>
              <a:buSzPts val="3200"/>
              <a:buFont typeface="Space Mono"/>
              <a:buNone/>
              <a:defRPr sz="3200">
                <a:latin typeface="Space Mono"/>
                <a:ea typeface="Space Mono"/>
                <a:cs typeface="Space Mono"/>
                <a:sym typeface="Space Mono"/>
              </a:defRPr>
            </a:lvl8pPr>
            <a:lvl9pPr lvl="8" rtl="0">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44" name="Google Shape;144;p32"/>
          <p:cNvSpPr txBox="1"/>
          <p:nvPr>
            <p:ph idx="1" type="body"/>
          </p:nvPr>
        </p:nvSpPr>
        <p:spPr>
          <a:xfrm>
            <a:off x="452400" y="1132825"/>
            <a:ext cx="8239200" cy="34881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rtl="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45" name="Google Shape;145;p3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46" name="Google Shape;146;p32"/>
          <p:cNvSpPr txBox="1"/>
          <p:nvPr>
            <p:ph idx="12" type="sldNum"/>
          </p:nvPr>
        </p:nvSpPr>
        <p:spPr>
          <a:xfrm>
            <a:off x="8543625" y="4795150"/>
            <a:ext cx="548700" cy="303000"/>
          </a:xfrm>
          <a:prstGeom prst="rect">
            <a:avLst/>
          </a:prstGeom>
        </p:spPr>
        <p:txBody>
          <a:bodyPr anchorCtr="0" anchor="ctr" bIns="91425" lIns="91425" spcFirstLastPara="1" rIns="91425" wrap="square" tIns="91425">
            <a:normAutofit fontScale="92500" lnSpcReduction="20000"/>
          </a:bodyPr>
          <a:lstStyle>
            <a:lvl1pPr lvl="0" rtl="0" algn="r">
              <a:buNone/>
              <a:defRPr sz="1000">
                <a:latin typeface="Poppins"/>
                <a:ea typeface="Poppins"/>
                <a:cs typeface="Poppins"/>
                <a:sym typeface="Poppins"/>
              </a:defRPr>
            </a:lvl1pPr>
            <a:lvl2pPr lvl="1" rtl="0" algn="r">
              <a:buNone/>
              <a:defRPr sz="1000">
                <a:latin typeface="Poppins"/>
                <a:ea typeface="Poppins"/>
                <a:cs typeface="Poppins"/>
                <a:sym typeface="Poppins"/>
              </a:defRPr>
            </a:lvl2pPr>
            <a:lvl3pPr lvl="2" rtl="0" algn="r">
              <a:buNone/>
              <a:defRPr sz="1000">
                <a:latin typeface="Poppins"/>
                <a:ea typeface="Poppins"/>
                <a:cs typeface="Poppins"/>
                <a:sym typeface="Poppins"/>
              </a:defRPr>
            </a:lvl3pPr>
            <a:lvl4pPr lvl="3" rtl="0" algn="r">
              <a:buNone/>
              <a:defRPr sz="1000">
                <a:latin typeface="Poppins"/>
                <a:ea typeface="Poppins"/>
                <a:cs typeface="Poppins"/>
                <a:sym typeface="Poppins"/>
              </a:defRPr>
            </a:lvl4pPr>
            <a:lvl5pPr lvl="4" rtl="0" algn="r">
              <a:buNone/>
              <a:defRPr sz="1000">
                <a:latin typeface="Poppins"/>
                <a:ea typeface="Poppins"/>
                <a:cs typeface="Poppins"/>
                <a:sym typeface="Poppins"/>
              </a:defRPr>
            </a:lvl5pPr>
            <a:lvl6pPr lvl="5" rtl="0" algn="r">
              <a:buNone/>
              <a:defRPr sz="1000">
                <a:latin typeface="Poppins"/>
                <a:ea typeface="Poppins"/>
                <a:cs typeface="Poppins"/>
                <a:sym typeface="Poppins"/>
              </a:defRPr>
            </a:lvl6pPr>
            <a:lvl7pPr lvl="6" rtl="0" algn="r">
              <a:buNone/>
              <a:defRPr sz="1000">
                <a:latin typeface="Poppins"/>
                <a:ea typeface="Poppins"/>
                <a:cs typeface="Poppins"/>
                <a:sym typeface="Poppins"/>
              </a:defRPr>
            </a:lvl7pPr>
            <a:lvl8pPr lvl="7" rtl="0" algn="r">
              <a:buNone/>
              <a:defRPr sz="1000">
                <a:latin typeface="Poppins"/>
                <a:ea typeface="Poppins"/>
                <a:cs typeface="Poppins"/>
                <a:sym typeface="Poppins"/>
              </a:defRPr>
            </a:lvl8pPr>
            <a:lvl9pPr lvl="8" rtl="0"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47" name="Google Shape;147;p32"/>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148" name="Google Shape;148;p32"/>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Check for Understanding">
  <p:cSld name="CUSTOM_6_2_1_1_1">
    <p:spTree>
      <p:nvGrpSpPr>
        <p:cNvPr id="149" name="Shape 149"/>
        <p:cNvGrpSpPr/>
        <p:nvPr/>
      </p:nvGrpSpPr>
      <p:grpSpPr>
        <a:xfrm>
          <a:off x="0" y="0"/>
          <a:ext cx="0" cy="0"/>
          <a:chOff x="0" y="0"/>
          <a:chExt cx="0" cy="0"/>
        </a:xfrm>
      </p:grpSpPr>
      <p:pic>
        <p:nvPicPr>
          <p:cNvPr id="150" name="Google Shape;150;p33"/>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151" name="Google Shape;151;p33"/>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152" name="Google Shape;152;p3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53" name="Google Shape;153;p33"/>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rmAutofit/>
          </a:bodyPr>
          <a:lstStyle>
            <a:lvl1pPr lvl="0" rt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54" name="Google Shape;154;p3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55" name="Google Shape;155;p33"/>
          <p:cNvSpPr txBox="1"/>
          <p:nvPr>
            <p:ph idx="12" type="sldNum"/>
          </p:nvPr>
        </p:nvSpPr>
        <p:spPr>
          <a:xfrm>
            <a:off x="8543625" y="4795150"/>
            <a:ext cx="548700" cy="303000"/>
          </a:xfrm>
          <a:prstGeom prst="rect">
            <a:avLst/>
          </a:prstGeom>
        </p:spPr>
        <p:txBody>
          <a:bodyPr anchorCtr="0" anchor="ctr" bIns="91425" lIns="91425" spcFirstLastPara="1" rIns="91425" wrap="square" tIns="91425">
            <a:normAutofit fontScale="92500" lnSpcReduction="20000"/>
          </a:bodyPr>
          <a:lstStyle>
            <a:lvl1pPr lvl="0" rtl="0" algn="r">
              <a:buNone/>
              <a:defRPr sz="1000">
                <a:latin typeface="Poppins"/>
                <a:ea typeface="Poppins"/>
                <a:cs typeface="Poppins"/>
                <a:sym typeface="Poppins"/>
              </a:defRPr>
            </a:lvl1pPr>
            <a:lvl2pPr lvl="1" rtl="0" algn="r">
              <a:buNone/>
              <a:defRPr sz="1000">
                <a:latin typeface="Poppins"/>
                <a:ea typeface="Poppins"/>
                <a:cs typeface="Poppins"/>
                <a:sym typeface="Poppins"/>
              </a:defRPr>
            </a:lvl2pPr>
            <a:lvl3pPr lvl="2" rtl="0" algn="r">
              <a:buNone/>
              <a:defRPr sz="1000">
                <a:latin typeface="Poppins"/>
                <a:ea typeface="Poppins"/>
                <a:cs typeface="Poppins"/>
                <a:sym typeface="Poppins"/>
              </a:defRPr>
            </a:lvl3pPr>
            <a:lvl4pPr lvl="3" rtl="0" algn="r">
              <a:buNone/>
              <a:defRPr sz="1000">
                <a:latin typeface="Poppins"/>
                <a:ea typeface="Poppins"/>
                <a:cs typeface="Poppins"/>
                <a:sym typeface="Poppins"/>
              </a:defRPr>
            </a:lvl4pPr>
            <a:lvl5pPr lvl="4" rtl="0" algn="r">
              <a:buNone/>
              <a:defRPr sz="1000">
                <a:latin typeface="Poppins"/>
                <a:ea typeface="Poppins"/>
                <a:cs typeface="Poppins"/>
                <a:sym typeface="Poppins"/>
              </a:defRPr>
            </a:lvl5pPr>
            <a:lvl6pPr lvl="5" rtl="0" algn="r">
              <a:buNone/>
              <a:defRPr sz="1000">
                <a:latin typeface="Poppins"/>
                <a:ea typeface="Poppins"/>
                <a:cs typeface="Poppins"/>
                <a:sym typeface="Poppins"/>
              </a:defRPr>
            </a:lvl6pPr>
            <a:lvl7pPr lvl="6" rtl="0" algn="r">
              <a:buNone/>
              <a:defRPr sz="1000">
                <a:latin typeface="Poppins"/>
                <a:ea typeface="Poppins"/>
                <a:cs typeface="Poppins"/>
                <a:sym typeface="Poppins"/>
              </a:defRPr>
            </a:lvl7pPr>
            <a:lvl8pPr lvl="7" rtl="0" algn="r">
              <a:buNone/>
              <a:defRPr sz="1000">
                <a:latin typeface="Poppins"/>
                <a:ea typeface="Poppins"/>
                <a:cs typeface="Poppins"/>
                <a:sym typeface="Poppins"/>
              </a:defRPr>
            </a:lvl8pPr>
            <a:lvl9pPr lvl="8" rtl="0"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56" name="Google Shape;156;p33"/>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157" name="Google Shape;157;p3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58" name="Google Shape;158;p33"/>
          <p:cNvSpPr txBox="1"/>
          <p:nvPr>
            <p:ph idx="2" type="body"/>
          </p:nvPr>
        </p:nvSpPr>
        <p:spPr>
          <a:xfrm>
            <a:off x="452400" y="1260488"/>
            <a:ext cx="8239200" cy="33603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rtl="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Instructor Demo">
  <p:cSld name="CUSTOM_6_2_1_1_1_2">
    <p:spTree>
      <p:nvGrpSpPr>
        <p:cNvPr id="159" name="Shape 159"/>
        <p:cNvGrpSpPr/>
        <p:nvPr/>
      </p:nvGrpSpPr>
      <p:grpSpPr>
        <a:xfrm>
          <a:off x="0" y="0"/>
          <a:ext cx="0" cy="0"/>
          <a:chOff x="0" y="0"/>
          <a:chExt cx="0" cy="0"/>
        </a:xfrm>
      </p:grpSpPr>
      <p:pic>
        <p:nvPicPr>
          <p:cNvPr id="160" name="Google Shape;160;p34"/>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61" name="Google Shape;161;p34"/>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162" name="Google Shape;162;p34"/>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63" name="Google Shape;163;p34"/>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rmAutofit/>
          </a:bodyPr>
          <a:lstStyle>
            <a:lvl1pPr lvl="0" rt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64" name="Google Shape;164;p3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65" name="Google Shape;165;p34"/>
          <p:cNvSpPr txBox="1"/>
          <p:nvPr>
            <p:ph idx="12" type="sldNum"/>
          </p:nvPr>
        </p:nvSpPr>
        <p:spPr>
          <a:xfrm>
            <a:off x="8543625" y="4795150"/>
            <a:ext cx="548700" cy="303000"/>
          </a:xfrm>
          <a:prstGeom prst="rect">
            <a:avLst/>
          </a:prstGeom>
        </p:spPr>
        <p:txBody>
          <a:bodyPr anchorCtr="0" anchor="ctr" bIns="91425" lIns="91425" spcFirstLastPara="1" rIns="91425" wrap="square" tIns="91425">
            <a:normAutofit fontScale="92500" lnSpcReduction="20000"/>
          </a:bodyPr>
          <a:lstStyle>
            <a:lvl1pPr lvl="0" rtl="0" algn="r">
              <a:buNone/>
              <a:defRPr sz="1000">
                <a:latin typeface="Poppins"/>
                <a:ea typeface="Poppins"/>
                <a:cs typeface="Poppins"/>
                <a:sym typeface="Poppins"/>
              </a:defRPr>
            </a:lvl1pPr>
            <a:lvl2pPr lvl="1" rtl="0" algn="r">
              <a:buNone/>
              <a:defRPr sz="1000">
                <a:latin typeface="Poppins"/>
                <a:ea typeface="Poppins"/>
                <a:cs typeface="Poppins"/>
                <a:sym typeface="Poppins"/>
              </a:defRPr>
            </a:lvl2pPr>
            <a:lvl3pPr lvl="2" rtl="0" algn="r">
              <a:buNone/>
              <a:defRPr sz="1000">
                <a:latin typeface="Poppins"/>
                <a:ea typeface="Poppins"/>
                <a:cs typeface="Poppins"/>
                <a:sym typeface="Poppins"/>
              </a:defRPr>
            </a:lvl3pPr>
            <a:lvl4pPr lvl="3" rtl="0" algn="r">
              <a:buNone/>
              <a:defRPr sz="1000">
                <a:latin typeface="Poppins"/>
                <a:ea typeface="Poppins"/>
                <a:cs typeface="Poppins"/>
                <a:sym typeface="Poppins"/>
              </a:defRPr>
            </a:lvl4pPr>
            <a:lvl5pPr lvl="4" rtl="0" algn="r">
              <a:buNone/>
              <a:defRPr sz="1000">
                <a:latin typeface="Poppins"/>
                <a:ea typeface="Poppins"/>
                <a:cs typeface="Poppins"/>
                <a:sym typeface="Poppins"/>
              </a:defRPr>
            </a:lvl5pPr>
            <a:lvl6pPr lvl="5" rtl="0" algn="r">
              <a:buNone/>
              <a:defRPr sz="1000">
                <a:latin typeface="Poppins"/>
                <a:ea typeface="Poppins"/>
                <a:cs typeface="Poppins"/>
                <a:sym typeface="Poppins"/>
              </a:defRPr>
            </a:lvl6pPr>
            <a:lvl7pPr lvl="6" rtl="0" algn="r">
              <a:buNone/>
              <a:defRPr sz="1000">
                <a:latin typeface="Poppins"/>
                <a:ea typeface="Poppins"/>
                <a:cs typeface="Poppins"/>
                <a:sym typeface="Poppins"/>
              </a:defRPr>
            </a:lvl7pPr>
            <a:lvl8pPr lvl="7" rtl="0" algn="r">
              <a:buNone/>
              <a:defRPr sz="1000">
                <a:latin typeface="Poppins"/>
                <a:ea typeface="Poppins"/>
                <a:cs typeface="Poppins"/>
                <a:sym typeface="Poppins"/>
              </a:defRPr>
            </a:lvl8pPr>
            <a:lvl9pPr lvl="8" rtl="0"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34"/>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167" name="Google Shape;167;p3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68" name="Google Shape;168;p34"/>
          <p:cNvSpPr txBox="1"/>
          <p:nvPr>
            <p:ph idx="2" type="body"/>
          </p:nvPr>
        </p:nvSpPr>
        <p:spPr>
          <a:xfrm>
            <a:off x="452400" y="1260488"/>
            <a:ext cx="8239200" cy="33603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rtl="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Breakout Rooms">
  <p:cSld name="CUSTOM_6_2_1_1_2">
    <p:spTree>
      <p:nvGrpSpPr>
        <p:cNvPr id="169" name="Shape 169"/>
        <p:cNvGrpSpPr/>
        <p:nvPr/>
      </p:nvGrpSpPr>
      <p:grpSpPr>
        <a:xfrm>
          <a:off x="0" y="0"/>
          <a:ext cx="0" cy="0"/>
          <a:chOff x="0" y="0"/>
          <a:chExt cx="0" cy="0"/>
        </a:xfrm>
      </p:grpSpPr>
      <p:pic>
        <p:nvPicPr>
          <p:cNvPr id="170" name="Google Shape;170;p35"/>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171" name="Google Shape;171;p35"/>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72" name="Google Shape;172;p35"/>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73" name="Google Shape;173;p35"/>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rmAutofit/>
          </a:bodyPr>
          <a:lstStyle>
            <a:lvl1pPr lvl="0" rt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rtl="0"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74" name="Google Shape;174;p3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75" name="Google Shape;175;p35"/>
          <p:cNvSpPr txBox="1"/>
          <p:nvPr>
            <p:ph idx="12" type="sldNum"/>
          </p:nvPr>
        </p:nvSpPr>
        <p:spPr>
          <a:xfrm>
            <a:off x="8543625" y="4795150"/>
            <a:ext cx="548700" cy="303000"/>
          </a:xfrm>
          <a:prstGeom prst="rect">
            <a:avLst/>
          </a:prstGeom>
        </p:spPr>
        <p:txBody>
          <a:bodyPr anchorCtr="0" anchor="ctr" bIns="91425" lIns="91425" spcFirstLastPara="1" rIns="91425" wrap="square" tIns="91425">
            <a:normAutofit fontScale="92500" lnSpcReduction="20000"/>
          </a:bodyPr>
          <a:lstStyle>
            <a:lvl1pPr lvl="0" rtl="0" algn="r">
              <a:buNone/>
              <a:defRPr sz="1000">
                <a:latin typeface="Poppins"/>
                <a:ea typeface="Poppins"/>
                <a:cs typeface="Poppins"/>
                <a:sym typeface="Poppins"/>
              </a:defRPr>
            </a:lvl1pPr>
            <a:lvl2pPr lvl="1" rtl="0" algn="r">
              <a:buNone/>
              <a:defRPr sz="1000">
                <a:latin typeface="Poppins"/>
                <a:ea typeface="Poppins"/>
                <a:cs typeface="Poppins"/>
                <a:sym typeface="Poppins"/>
              </a:defRPr>
            </a:lvl2pPr>
            <a:lvl3pPr lvl="2" rtl="0" algn="r">
              <a:buNone/>
              <a:defRPr sz="1000">
                <a:latin typeface="Poppins"/>
                <a:ea typeface="Poppins"/>
                <a:cs typeface="Poppins"/>
                <a:sym typeface="Poppins"/>
              </a:defRPr>
            </a:lvl3pPr>
            <a:lvl4pPr lvl="3" rtl="0" algn="r">
              <a:buNone/>
              <a:defRPr sz="1000">
                <a:latin typeface="Poppins"/>
                <a:ea typeface="Poppins"/>
                <a:cs typeface="Poppins"/>
                <a:sym typeface="Poppins"/>
              </a:defRPr>
            </a:lvl4pPr>
            <a:lvl5pPr lvl="4" rtl="0" algn="r">
              <a:buNone/>
              <a:defRPr sz="1000">
                <a:latin typeface="Poppins"/>
                <a:ea typeface="Poppins"/>
                <a:cs typeface="Poppins"/>
                <a:sym typeface="Poppins"/>
              </a:defRPr>
            </a:lvl5pPr>
            <a:lvl6pPr lvl="5" rtl="0" algn="r">
              <a:buNone/>
              <a:defRPr sz="1000">
                <a:latin typeface="Poppins"/>
                <a:ea typeface="Poppins"/>
                <a:cs typeface="Poppins"/>
                <a:sym typeface="Poppins"/>
              </a:defRPr>
            </a:lvl6pPr>
            <a:lvl7pPr lvl="6" rtl="0" algn="r">
              <a:buNone/>
              <a:defRPr sz="1000">
                <a:latin typeface="Poppins"/>
                <a:ea typeface="Poppins"/>
                <a:cs typeface="Poppins"/>
                <a:sym typeface="Poppins"/>
              </a:defRPr>
            </a:lvl7pPr>
            <a:lvl8pPr lvl="7" rtl="0" algn="r">
              <a:buNone/>
              <a:defRPr sz="1000">
                <a:latin typeface="Poppins"/>
                <a:ea typeface="Poppins"/>
                <a:cs typeface="Poppins"/>
                <a:sym typeface="Poppins"/>
              </a:defRPr>
            </a:lvl8pPr>
            <a:lvl9pPr lvl="8" rtl="0"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76" name="Google Shape;176;p3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177" name="Google Shape;177;p3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78" name="Google Shape;178;p35"/>
          <p:cNvSpPr txBox="1"/>
          <p:nvPr>
            <p:ph idx="2" type="body"/>
          </p:nvPr>
        </p:nvSpPr>
        <p:spPr>
          <a:xfrm>
            <a:off x="452400" y="1260500"/>
            <a:ext cx="6495900" cy="33603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rtl="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rtl="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79" name="Google Shape;179;p35"/>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180" name="Google Shape;180;p35"/>
          <p:cNvSpPr txBox="1"/>
          <p:nvPr>
            <p:ph idx="3" type="subTitle"/>
          </p:nvPr>
        </p:nvSpPr>
        <p:spPr>
          <a:xfrm>
            <a:off x="7040775" y="2436050"/>
            <a:ext cx="1764000" cy="4317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dk1"/>
              </a:buClr>
              <a:buSzPts val="1800"/>
              <a:buNone/>
              <a:defRPr b="1">
                <a:solidFill>
                  <a:schemeClr val="dk1"/>
                </a:solidFill>
              </a:defRPr>
            </a:lvl1pPr>
            <a:lvl2pPr lvl="1" rtl="0" algn="ctr">
              <a:spcBef>
                <a:spcPts val="0"/>
              </a:spcBef>
              <a:spcAft>
                <a:spcPts val="0"/>
              </a:spcAft>
              <a:buClr>
                <a:schemeClr val="dk1"/>
              </a:buClr>
              <a:buSzPts val="1400"/>
              <a:buNone/>
              <a:defRPr b="1">
                <a:solidFill>
                  <a:schemeClr val="dk1"/>
                </a:solidFill>
              </a:defRPr>
            </a:lvl2pPr>
            <a:lvl3pPr lvl="2" rtl="0" algn="ctr">
              <a:spcBef>
                <a:spcPts val="0"/>
              </a:spcBef>
              <a:spcAft>
                <a:spcPts val="0"/>
              </a:spcAft>
              <a:buClr>
                <a:schemeClr val="dk1"/>
              </a:buClr>
              <a:buSzPts val="1400"/>
              <a:buNone/>
              <a:defRPr b="1">
                <a:solidFill>
                  <a:schemeClr val="dk1"/>
                </a:solidFill>
              </a:defRPr>
            </a:lvl3pPr>
            <a:lvl4pPr lvl="3" rtl="0" algn="ctr">
              <a:spcBef>
                <a:spcPts val="0"/>
              </a:spcBef>
              <a:spcAft>
                <a:spcPts val="0"/>
              </a:spcAft>
              <a:buClr>
                <a:schemeClr val="dk1"/>
              </a:buClr>
              <a:buSzPts val="1400"/>
              <a:buNone/>
              <a:defRPr b="1">
                <a:solidFill>
                  <a:schemeClr val="dk1"/>
                </a:solidFill>
              </a:defRPr>
            </a:lvl4pPr>
            <a:lvl5pPr lvl="4" rtl="0" algn="ctr">
              <a:spcBef>
                <a:spcPts val="0"/>
              </a:spcBef>
              <a:spcAft>
                <a:spcPts val="0"/>
              </a:spcAft>
              <a:buClr>
                <a:schemeClr val="dk1"/>
              </a:buClr>
              <a:buSzPts val="1400"/>
              <a:buNone/>
              <a:defRPr b="1">
                <a:solidFill>
                  <a:schemeClr val="dk1"/>
                </a:solidFill>
              </a:defRPr>
            </a:lvl5pPr>
            <a:lvl6pPr lvl="5" rtl="0" algn="ctr">
              <a:spcBef>
                <a:spcPts val="0"/>
              </a:spcBef>
              <a:spcAft>
                <a:spcPts val="0"/>
              </a:spcAft>
              <a:buClr>
                <a:schemeClr val="dk1"/>
              </a:buClr>
              <a:buSzPts val="1400"/>
              <a:buNone/>
              <a:defRPr b="1">
                <a:solidFill>
                  <a:schemeClr val="dk1"/>
                </a:solidFill>
              </a:defRPr>
            </a:lvl6pPr>
            <a:lvl7pPr lvl="6" rtl="0" algn="ctr">
              <a:spcBef>
                <a:spcPts val="0"/>
              </a:spcBef>
              <a:spcAft>
                <a:spcPts val="0"/>
              </a:spcAft>
              <a:buClr>
                <a:schemeClr val="dk1"/>
              </a:buClr>
              <a:buSzPts val="1400"/>
              <a:buNone/>
              <a:defRPr b="1">
                <a:solidFill>
                  <a:schemeClr val="dk1"/>
                </a:solidFill>
              </a:defRPr>
            </a:lvl7pPr>
            <a:lvl8pPr lvl="7" rtl="0" algn="ctr">
              <a:spcBef>
                <a:spcPts val="0"/>
              </a:spcBef>
              <a:spcAft>
                <a:spcPts val="0"/>
              </a:spcAft>
              <a:buClr>
                <a:schemeClr val="dk1"/>
              </a:buClr>
              <a:buSzPts val="1400"/>
              <a:buNone/>
              <a:defRPr b="1">
                <a:solidFill>
                  <a:schemeClr val="dk1"/>
                </a:solidFill>
              </a:defRPr>
            </a:lvl8pPr>
            <a:lvl9pPr lvl="8" rtl="0"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184" name="Shape 184"/>
        <p:cNvGrpSpPr/>
        <p:nvPr/>
      </p:nvGrpSpPr>
      <p:grpSpPr>
        <a:xfrm>
          <a:off x="0" y="0"/>
          <a:ext cx="0" cy="0"/>
          <a:chOff x="0" y="0"/>
          <a:chExt cx="0" cy="0"/>
        </a:xfrm>
      </p:grpSpPr>
      <p:pic>
        <p:nvPicPr>
          <p:cNvPr id="185" name="Google Shape;185;p37"/>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186" name="Google Shape;186;p3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187" name="Shape 187"/>
        <p:cNvGrpSpPr/>
        <p:nvPr/>
      </p:nvGrpSpPr>
      <p:grpSpPr>
        <a:xfrm>
          <a:off x="0" y="0"/>
          <a:ext cx="0" cy="0"/>
          <a:chOff x="0" y="0"/>
          <a:chExt cx="0" cy="0"/>
        </a:xfrm>
      </p:grpSpPr>
      <p:pic>
        <p:nvPicPr>
          <p:cNvPr id="188" name="Google Shape;188;p38"/>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189" name="Google Shape;189;p38"/>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190" name="Google Shape;190;p3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91" name="Google Shape;191;p38"/>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192" name="Shape 192"/>
        <p:cNvGrpSpPr/>
        <p:nvPr/>
      </p:nvGrpSpPr>
      <p:grpSpPr>
        <a:xfrm>
          <a:off x="0" y="0"/>
          <a:ext cx="0" cy="0"/>
          <a:chOff x="0" y="0"/>
          <a:chExt cx="0" cy="0"/>
        </a:xfrm>
      </p:grpSpPr>
      <p:pic>
        <p:nvPicPr>
          <p:cNvPr descr="Divider4.png" id="193" name="Google Shape;193;p39"/>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194" name="Google Shape;194;p39"/>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195" name="Google Shape;195;p39"/>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196" name="Google Shape;196;p39"/>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197" name="Google Shape;197;p39"/>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198" name="Google Shape;198;p39"/>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199" name="Shape 199"/>
        <p:cNvGrpSpPr/>
        <p:nvPr/>
      </p:nvGrpSpPr>
      <p:grpSpPr>
        <a:xfrm>
          <a:off x="0" y="0"/>
          <a:ext cx="0" cy="0"/>
          <a:chOff x="0" y="0"/>
          <a:chExt cx="0" cy="0"/>
        </a:xfrm>
      </p:grpSpPr>
      <p:sp>
        <p:nvSpPr>
          <p:cNvPr id="200" name="Google Shape;200;p40"/>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201" name="Google Shape;201;p40"/>
          <p:cNvGrpSpPr/>
          <p:nvPr/>
        </p:nvGrpSpPr>
        <p:grpSpPr>
          <a:xfrm rot="5400000">
            <a:off x="5719749" y="1629787"/>
            <a:ext cx="4964577" cy="1883925"/>
            <a:chOff x="4152224" y="1218499"/>
            <a:chExt cx="4964577" cy="1883925"/>
          </a:xfrm>
        </p:grpSpPr>
        <p:pic>
          <p:nvPicPr>
            <p:cNvPr id="202" name="Google Shape;202;p40"/>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203" name="Google Shape;203;p40"/>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204" name="Google Shape;204;p4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05" name="Google Shape;205;p4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206" name="Shape 206"/>
        <p:cNvGrpSpPr/>
        <p:nvPr/>
      </p:nvGrpSpPr>
      <p:grpSpPr>
        <a:xfrm>
          <a:off x="0" y="0"/>
          <a:ext cx="0" cy="0"/>
          <a:chOff x="0" y="0"/>
          <a:chExt cx="0" cy="0"/>
        </a:xfrm>
      </p:grpSpPr>
      <p:pic>
        <p:nvPicPr>
          <p:cNvPr id="207" name="Google Shape;207;p41"/>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208" name="Google Shape;208;p41"/>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209" name="Google Shape;209;p41"/>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210" name="Google Shape;210;p41"/>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11" name="Google Shape;211;p4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12" name="Google Shape;212;p4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213" name="Google Shape;213;p41"/>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214" name="Google Shape;214;p41"/>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215" name="Shape 215"/>
        <p:cNvGrpSpPr/>
        <p:nvPr/>
      </p:nvGrpSpPr>
      <p:grpSpPr>
        <a:xfrm>
          <a:off x="0" y="0"/>
          <a:ext cx="0" cy="0"/>
          <a:chOff x="0" y="0"/>
          <a:chExt cx="0" cy="0"/>
        </a:xfrm>
      </p:grpSpPr>
      <p:pic>
        <p:nvPicPr>
          <p:cNvPr id="216" name="Google Shape;216;p42"/>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217" name="Google Shape;217;p42"/>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218" name="Google Shape;218;p42"/>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219" name="Google Shape;219;p42"/>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220" name="Google Shape;220;p4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21" name="Google Shape;221;p4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22" name="Google Shape;222;p42"/>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223" name="Shape 223"/>
        <p:cNvGrpSpPr/>
        <p:nvPr/>
      </p:nvGrpSpPr>
      <p:grpSpPr>
        <a:xfrm>
          <a:off x="0" y="0"/>
          <a:ext cx="0" cy="0"/>
          <a:chOff x="0" y="0"/>
          <a:chExt cx="0" cy="0"/>
        </a:xfrm>
      </p:grpSpPr>
      <p:pic>
        <p:nvPicPr>
          <p:cNvPr id="224" name="Google Shape;224;p43"/>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225" name="Google Shape;225;p43"/>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226" name="Google Shape;226;p43"/>
          <p:cNvGrpSpPr/>
          <p:nvPr/>
        </p:nvGrpSpPr>
        <p:grpSpPr>
          <a:xfrm>
            <a:off x="5709066" y="201260"/>
            <a:ext cx="2296623" cy="4424889"/>
            <a:chOff x="5598780" y="137712"/>
            <a:chExt cx="2577001" cy="4664652"/>
          </a:xfrm>
        </p:grpSpPr>
        <p:pic>
          <p:nvPicPr>
            <p:cNvPr id="227" name="Google Shape;227;p43"/>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228" name="Google Shape;228;p43"/>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9" name="Google Shape;229;p43"/>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30" name="Google Shape;230;p4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31" name="Google Shape;231;p4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32" name="Google Shape;232;p43"/>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233" name="Shape 233"/>
        <p:cNvGrpSpPr/>
        <p:nvPr/>
      </p:nvGrpSpPr>
      <p:grpSpPr>
        <a:xfrm>
          <a:off x="0" y="0"/>
          <a:ext cx="0" cy="0"/>
          <a:chOff x="0" y="0"/>
          <a:chExt cx="0" cy="0"/>
        </a:xfrm>
      </p:grpSpPr>
      <p:pic>
        <p:nvPicPr>
          <p:cNvPr id="234" name="Google Shape;234;p44"/>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235" name="Google Shape;235;p44"/>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236" name="Google Shape;236;p44"/>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37" name="Google Shape;237;p44"/>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238" name="Google Shape;238;p4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39" name="Google Shape;239;p44"/>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0" name="Google Shape;240;p44"/>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241" name="Shape 241"/>
        <p:cNvGrpSpPr/>
        <p:nvPr/>
      </p:nvGrpSpPr>
      <p:grpSpPr>
        <a:xfrm>
          <a:off x="0" y="0"/>
          <a:ext cx="0" cy="0"/>
          <a:chOff x="0" y="0"/>
          <a:chExt cx="0" cy="0"/>
        </a:xfrm>
      </p:grpSpPr>
      <p:pic>
        <p:nvPicPr>
          <p:cNvPr id="242" name="Google Shape;242;p45"/>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243" name="Google Shape;243;p45"/>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244" name="Google Shape;244;p45"/>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45" name="Google Shape;245;p45"/>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246" name="Google Shape;246;p4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247" name="Google Shape;247;p45"/>
          <p:cNvGrpSpPr/>
          <p:nvPr/>
        </p:nvGrpSpPr>
        <p:grpSpPr>
          <a:xfrm>
            <a:off x="4344100" y="398125"/>
            <a:ext cx="4546500" cy="4222800"/>
            <a:chOff x="4344100" y="398125"/>
            <a:chExt cx="4546500" cy="4222800"/>
          </a:xfrm>
        </p:grpSpPr>
        <p:sp>
          <p:nvSpPr>
            <p:cNvPr id="248" name="Google Shape;248;p45"/>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9" name="Google Shape;249;p45"/>
            <p:cNvGrpSpPr/>
            <p:nvPr/>
          </p:nvGrpSpPr>
          <p:grpSpPr>
            <a:xfrm>
              <a:off x="4445450" y="524200"/>
              <a:ext cx="399495" cy="101100"/>
              <a:chOff x="4445450" y="524200"/>
              <a:chExt cx="399495" cy="101100"/>
            </a:xfrm>
          </p:grpSpPr>
          <p:sp>
            <p:nvSpPr>
              <p:cNvPr id="250" name="Google Shape;250;p45"/>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45"/>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45"/>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3" name="Google Shape;253;p45"/>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254" name="Shape 254"/>
        <p:cNvGrpSpPr/>
        <p:nvPr/>
      </p:nvGrpSpPr>
      <p:grpSpPr>
        <a:xfrm>
          <a:off x="0" y="0"/>
          <a:ext cx="0" cy="0"/>
          <a:chOff x="0" y="0"/>
          <a:chExt cx="0" cy="0"/>
        </a:xfrm>
      </p:grpSpPr>
      <p:pic>
        <p:nvPicPr>
          <p:cNvPr id="255" name="Google Shape;255;p46"/>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256" name="Google Shape;256;p46"/>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257" name="Google Shape;257;p46"/>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58" name="Google Shape;258;p46"/>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259" name="Google Shape;259;p4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260" name="Shape 260"/>
        <p:cNvGrpSpPr/>
        <p:nvPr/>
      </p:nvGrpSpPr>
      <p:grpSpPr>
        <a:xfrm>
          <a:off x="0" y="0"/>
          <a:ext cx="0" cy="0"/>
          <a:chOff x="0" y="0"/>
          <a:chExt cx="0" cy="0"/>
        </a:xfrm>
      </p:grpSpPr>
      <p:pic>
        <p:nvPicPr>
          <p:cNvPr id="261" name="Google Shape;261;p47"/>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262" name="Google Shape;262;p47"/>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47"/>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264" name="Google Shape;264;p47"/>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265" name="Google Shape;265;p4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66" name="Google Shape;266;p47"/>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267" name="Google Shape;267;p47"/>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268" name="Google Shape;268;p47"/>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Discussion Prompt">
  <p:cSld name="CUSTOM_6">
    <p:spTree>
      <p:nvGrpSpPr>
        <p:cNvPr id="269" name="Shape 269"/>
        <p:cNvGrpSpPr/>
        <p:nvPr/>
      </p:nvGrpSpPr>
      <p:grpSpPr>
        <a:xfrm>
          <a:off x="0" y="0"/>
          <a:ext cx="0" cy="0"/>
          <a:chOff x="0" y="0"/>
          <a:chExt cx="0" cy="0"/>
        </a:xfrm>
      </p:grpSpPr>
      <p:pic>
        <p:nvPicPr>
          <p:cNvPr id="270" name="Google Shape;270;p48"/>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71" name="Google Shape;271;p48"/>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272" name="Google Shape;272;p48"/>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73" name="Google Shape;273;p4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74" name="Google Shape;274;p4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275" name="Google Shape;275;p48"/>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276" name="Google Shape;276;p4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277" name="Google Shape;277;p48"/>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Reflection Prompt">
  <p:cSld name="CUSTOM_6_2">
    <p:spTree>
      <p:nvGrpSpPr>
        <p:cNvPr id="278" name="Shape 278"/>
        <p:cNvGrpSpPr/>
        <p:nvPr/>
      </p:nvGrpSpPr>
      <p:grpSpPr>
        <a:xfrm>
          <a:off x="0" y="0"/>
          <a:ext cx="0" cy="0"/>
          <a:chOff x="0" y="0"/>
          <a:chExt cx="0" cy="0"/>
        </a:xfrm>
      </p:grpSpPr>
      <p:pic>
        <p:nvPicPr>
          <p:cNvPr id="279" name="Google Shape;279;p49"/>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280" name="Google Shape;280;p4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281" name="Google Shape;281;p49"/>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282" name="Google Shape;282;p49"/>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83" name="Google Shape;283;p4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84" name="Google Shape;284;p4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85" name="Google Shape;285;p4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286" name="Google Shape;286;p4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87" name="Google Shape;287;p4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Try It">
  <p:cSld name="CUSTOM_6_2_1">
    <p:spTree>
      <p:nvGrpSpPr>
        <p:cNvPr id="288" name="Shape 288"/>
        <p:cNvGrpSpPr/>
        <p:nvPr/>
      </p:nvGrpSpPr>
      <p:grpSpPr>
        <a:xfrm>
          <a:off x="0" y="0"/>
          <a:ext cx="0" cy="0"/>
          <a:chOff x="0" y="0"/>
          <a:chExt cx="0" cy="0"/>
        </a:xfrm>
      </p:grpSpPr>
      <p:pic>
        <p:nvPicPr>
          <p:cNvPr id="289" name="Google Shape;289;p50"/>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290" name="Google Shape;290;p50"/>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291" name="Google Shape;291;p50"/>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292" name="Google Shape;292;p50"/>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93" name="Google Shape;293;p5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94" name="Google Shape;294;p5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95" name="Google Shape;295;p50"/>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296" name="Google Shape;296;p5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97" name="Google Shape;297;p5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Breakout Rooms">
  <p:cSld name="CUSTOM_6_2_1_1">
    <p:spTree>
      <p:nvGrpSpPr>
        <p:cNvPr id="298" name="Shape 298"/>
        <p:cNvGrpSpPr/>
        <p:nvPr/>
      </p:nvGrpSpPr>
      <p:grpSpPr>
        <a:xfrm>
          <a:off x="0" y="0"/>
          <a:ext cx="0" cy="0"/>
          <a:chOff x="0" y="0"/>
          <a:chExt cx="0" cy="0"/>
        </a:xfrm>
      </p:grpSpPr>
      <p:pic>
        <p:nvPicPr>
          <p:cNvPr id="299" name="Google Shape;299;p51"/>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300" name="Google Shape;300;p51"/>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301" name="Google Shape;301;p51"/>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302" name="Google Shape;302;p51"/>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03" name="Google Shape;303;p5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04" name="Google Shape;304;p5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05" name="Google Shape;305;p5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306" name="Google Shape;306;p5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07" name="Google Shape;307;p51"/>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308" name="Google Shape;308;p51"/>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309" name="Google Shape;309;p51"/>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Check for Understanding">
  <p:cSld name="CUSTOM_6_2_1_1_1">
    <p:spTree>
      <p:nvGrpSpPr>
        <p:cNvPr id="310" name="Shape 310"/>
        <p:cNvGrpSpPr/>
        <p:nvPr/>
      </p:nvGrpSpPr>
      <p:grpSpPr>
        <a:xfrm>
          <a:off x="0" y="0"/>
          <a:ext cx="0" cy="0"/>
          <a:chOff x="0" y="0"/>
          <a:chExt cx="0" cy="0"/>
        </a:xfrm>
      </p:grpSpPr>
      <p:pic>
        <p:nvPicPr>
          <p:cNvPr id="311" name="Google Shape;311;p52"/>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312" name="Google Shape;312;p52"/>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313" name="Google Shape;313;p52"/>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314" name="Google Shape;314;p52"/>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15" name="Google Shape;315;p5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16" name="Google Shape;316;p5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17" name="Google Shape;317;p5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318" name="Google Shape;318;p5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19" name="Google Shape;319;p5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Instructor Demo">
  <p:cSld name="CUSTOM_6_2_1_1_1_2">
    <p:spTree>
      <p:nvGrpSpPr>
        <p:cNvPr id="320" name="Shape 320"/>
        <p:cNvGrpSpPr/>
        <p:nvPr/>
      </p:nvGrpSpPr>
      <p:grpSpPr>
        <a:xfrm>
          <a:off x="0" y="0"/>
          <a:ext cx="0" cy="0"/>
          <a:chOff x="0" y="0"/>
          <a:chExt cx="0" cy="0"/>
        </a:xfrm>
      </p:grpSpPr>
      <p:pic>
        <p:nvPicPr>
          <p:cNvPr id="321" name="Google Shape;321;p53"/>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322" name="Google Shape;322;p53"/>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323" name="Google Shape;323;p5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324" name="Google Shape;324;p53"/>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25" name="Google Shape;325;p5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26" name="Google Shape;326;p5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27" name="Google Shape;327;p53"/>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328" name="Google Shape;328;p5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29" name="Google Shape;329;p5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Exit Ticket">
  <p:cSld name="CUSTOM_6_2_1_1_1_1">
    <p:spTree>
      <p:nvGrpSpPr>
        <p:cNvPr id="330" name="Shape 330"/>
        <p:cNvGrpSpPr/>
        <p:nvPr/>
      </p:nvGrpSpPr>
      <p:grpSpPr>
        <a:xfrm>
          <a:off x="0" y="0"/>
          <a:ext cx="0" cy="0"/>
          <a:chOff x="0" y="0"/>
          <a:chExt cx="0" cy="0"/>
        </a:xfrm>
      </p:grpSpPr>
      <p:pic>
        <p:nvPicPr>
          <p:cNvPr id="331" name="Google Shape;331;p54"/>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332" name="Google Shape;332;p5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333" name="Google Shape;333;p54"/>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334" name="Google Shape;334;p54"/>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35" name="Google Shape;335;p5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36" name="Google Shape;336;p5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37" name="Google Shape;337;p54"/>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338" name="Google Shape;338;p5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39" name="Google Shape;339;p5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Section Card">
  <p:cSld name="CUSTOM_2">
    <p:spTree>
      <p:nvGrpSpPr>
        <p:cNvPr id="340" name="Shape 340"/>
        <p:cNvGrpSpPr/>
        <p:nvPr/>
      </p:nvGrpSpPr>
      <p:grpSpPr>
        <a:xfrm>
          <a:off x="0" y="0"/>
          <a:ext cx="0" cy="0"/>
          <a:chOff x="0" y="0"/>
          <a:chExt cx="0" cy="0"/>
        </a:xfrm>
      </p:grpSpPr>
      <p:pic>
        <p:nvPicPr>
          <p:cNvPr descr="Divider1.png" id="341" name="Google Shape;341;p5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342" name="Google Shape;342;p55"/>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3" name="Google Shape;343;p5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Main Idea">
  <p:cSld name="CUSTOM_5">
    <p:spTree>
      <p:nvGrpSpPr>
        <p:cNvPr id="344" name="Shape 344"/>
        <p:cNvGrpSpPr/>
        <p:nvPr/>
      </p:nvGrpSpPr>
      <p:grpSpPr>
        <a:xfrm>
          <a:off x="0" y="0"/>
          <a:ext cx="0" cy="0"/>
          <a:chOff x="0" y="0"/>
          <a:chExt cx="0" cy="0"/>
        </a:xfrm>
      </p:grpSpPr>
      <p:pic>
        <p:nvPicPr>
          <p:cNvPr id="345" name="Google Shape;345;p56"/>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346" name="Google Shape;346;p56"/>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347" name="Google Shape;347;p56"/>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56"/>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Background Card">
  <p:cSld name="CUSTOM_5_1">
    <p:spTree>
      <p:nvGrpSpPr>
        <p:cNvPr id="349" name="Shape 349"/>
        <p:cNvGrpSpPr/>
        <p:nvPr/>
      </p:nvGrpSpPr>
      <p:grpSpPr>
        <a:xfrm>
          <a:off x="0" y="0"/>
          <a:ext cx="0" cy="0"/>
          <a:chOff x="0" y="0"/>
          <a:chExt cx="0" cy="0"/>
        </a:xfrm>
      </p:grpSpPr>
      <p:pic>
        <p:nvPicPr>
          <p:cNvPr id="350" name="Google Shape;350;p57"/>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351" name="Shape 351"/>
        <p:cNvGrpSpPr/>
        <p:nvPr/>
      </p:nvGrpSpPr>
      <p:grpSpPr>
        <a:xfrm>
          <a:off x="0" y="0"/>
          <a:ext cx="0" cy="0"/>
          <a:chOff x="0" y="0"/>
          <a:chExt cx="0" cy="0"/>
        </a:xfrm>
      </p:grpSpPr>
      <p:pic>
        <p:nvPicPr>
          <p:cNvPr id="352" name="Google Shape;352;p58"/>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353" name="Google Shape;353;p5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54" name="Google Shape;354;p58"/>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355" name="Google Shape;355;p58"/>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356" name="Google Shape;356;p58"/>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357" name="Google Shape;357;p58"/>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358" name="Shape 358"/>
        <p:cNvGrpSpPr/>
        <p:nvPr/>
      </p:nvGrpSpPr>
      <p:grpSpPr>
        <a:xfrm>
          <a:off x="0" y="0"/>
          <a:ext cx="0" cy="0"/>
          <a:chOff x="0" y="0"/>
          <a:chExt cx="0" cy="0"/>
        </a:xfrm>
      </p:grpSpPr>
      <p:grpSp>
        <p:nvGrpSpPr>
          <p:cNvPr id="359" name="Google Shape;359;p59"/>
          <p:cNvGrpSpPr/>
          <p:nvPr/>
        </p:nvGrpSpPr>
        <p:grpSpPr>
          <a:xfrm>
            <a:off x="6262100" y="-3850"/>
            <a:ext cx="2886900" cy="485125"/>
            <a:chOff x="6262100" y="-3850"/>
            <a:chExt cx="2886900" cy="485125"/>
          </a:xfrm>
        </p:grpSpPr>
        <p:pic>
          <p:nvPicPr>
            <p:cNvPr descr="1.png" id="360" name="Google Shape;360;p59"/>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361" name="Google Shape;361;p59"/>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362" name="Google Shape;362;p59"/>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363" name="Google Shape;363;p59"/>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364" name="Google Shape;364;p5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65" name="Google Shape;365;p5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66" name="Google Shape;366;p59"/>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367" name="Google Shape;367;p59"/>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368" name="Google Shape;368;p59"/>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369" name="Google Shape;369;p59"/>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370" name="Google Shape;370;p59"/>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371" name="Google Shape;371;p59"/>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372" name="Google Shape;372;p59"/>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376" name="Shape 376"/>
        <p:cNvGrpSpPr/>
        <p:nvPr/>
      </p:nvGrpSpPr>
      <p:grpSpPr>
        <a:xfrm>
          <a:off x="0" y="0"/>
          <a:ext cx="0" cy="0"/>
          <a:chOff x="0" y="0"/>
          <a:chExt cx="0" cy="0"/>
        </a:xfrm>
      </p:grpSpPr>
      <p:pic>
        <p:nvPicPr>
          <p:cNvPr id="377" name="Google Shape;377;p61"/>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378" name="Google Shape;378;p6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379" name="Shape 379"/>
        <p:cNvGrpSpPr/>
        <p:nvPr/>
      </p:nvGrpSpPr>
      <p:grpSpPr>
        <a:xfrm>
          <a:off x="0" y="0"/>
          <a:ext cx="0" cy="0"/>
          <a:chOff x="0" y="0"/>
          <a:chExt cx="0" cy="0"/>
        </a:xfrm>
      </p:grpSpPr>
      <p:pic>
        <p:nvPicPr>
          <p:cNvPr id="380" name="Google Shape;380;p62"/>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381" name="Google Shape;381;p62"/>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382" name="Google Shape;382;p6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83" name="Google Shape;383;p62"/>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384" name="Shape 384"/>
        <p:cNvGrpSpPr/>
        <p:nvPr/>
      </p:nvGrpSpPr>
      <p:grpSpPr>
        <a:xfrm>
          <a:off x="0" y="0"/>
          <a:ext cx="0" cy="0"/>
          <a:chOff x="0" y="0"/>
          <a:chExt cx="0" cy="0"/>
        </a:xfrm>
      </p:grpSpPr>
      <p:pic>
        <p:nvPicPr>
          <p:cNvPr descr="Divider4.png" id="385" name="Google Shape;385;p63"/>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386" name="Google Shape;386;p63"/>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387" name="Google Shape;387;p63"/>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388" name="Google Shape;388;p63"/>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389" name="Google Shape;389;p63"/>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390" name="Google Shape;390;p63"/>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391" name="Shape 391"/>
        <p:cNvGrpSpPr/>
        <p:nvPr/>
      </p:nvGrpSpPr>
      <p:grpSpPr>
        <a:xfrm>
          <a:off x="0" y="0"/>
          <a:ext cx="0" cy="0"/>
          <a:chOff x="0" y="0"/>
          <a:chExt cx="0" cy="0"/>
        </a:xfrm>
      </p:grpSpPr>
      <p:sp>
        <p:nvSpPr>
          <p:cNvPr id="392" name="Google Shape;392;p64"/>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393" name="Google Shape;393;p64"/>
          <p:cNvGrpSpPr/>
          <p:nvPr/>
        </p:nvGrpSpPr>
        <p:grpSpPr>
          <a:xfrm rot="5400000">
            <a:off x="5719749" y="1629787"/>
            <a:ext cx="4964577" cy="1883925"/>
            <a:chOff x="4152224" y="1218499"/>
            <a:chExt cx="4964577" cy="1883925"/>
          </a:xfrm>
        </p:grpSpPr>
        <p:pic>
          <p:nvPicPr>
            <p:cNvPr id="394" name="Google Shape;394;p64"/>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395" name="Google Shape;395;p64"/>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396" name="Google Shape;396;p6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97" name="Google Shape;397;p6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398" name="Shape 398"/>
        <p:cNvGrpSpPr/>
        <p:nvPr/>
      </p:nvGrpSpPr>
      <p:grpSpPr>
        <a:xfrm>
          <a:off x="0" y="0"/>
          <a:ext cx="0" cy="0"/>
          <a:chOff x="0" y="0"/>
          <a:chExt cx="0" cy="0"/>
        </a:xfrm>
      </p:grpSpPr>
      <p:pic>
        <p:nvPicPr>
          <p:cNvPr id="399" name="Google Shape;399;p65"/>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400" name="Google Shape;400;p65"/>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401" name="Google Shape;401;p6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402" name="Google Shape;402;p6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03" name="Google Shape;403;p6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04" name="Google Shape;404;p6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405" name="Google Shape;405;p65"/>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406" name="Google Shape;406;p65"/>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407" name="Shape 407"/>
        <p:cNvGrpSpPr/>
        <p:nvPr/>
      </p:nvGrpSpPr>
      <p:grpSpPr>
        <a:xfrm>
          <a:off x="0" y="0"/>
          <a:ext cx="0" cy="0"/>
          <a:chOff x="0" y="0"/>
          <a:chExt cx="0" cy="0"/>
        </a:xfrm>
      </p:grpSpPr>
      <p:pic>
        <p:nvPicPr>
          <p:cNvPr id="408" name="Google Shape;408;p66"/>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409" name="Google Shape;409;p66"/>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410" name="Google Shape;410;p66"/>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411" name="Google Shape;411;p66"/>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412" name="Google Shape;412;p6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13" name="Google Shape;413;p6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14" name="Google Shape;414;p6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415" name="Shape 415"/>
        <p:cNvGrpSpPr/>
        <p:nvPr/>
      </p:nvGrpSpPr>
      <p:grpSpPr>
        <a:xfrm>
          <a:off x="0" y="0"/>
          <a:ext cx="0" cy="0"/>
          <a:chOff x="0" y="0"/>
          <a:chExt cx="0" cy="0"/>
        </a:xfrm>
      </p:grpSpPr>
      <p:pic>
        <p:nvPicPr>
          <p:cNvPr id="416" name="Google Shape;416;p6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417" name="Google Shape;417;p6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418" name="Google Shape;418;p67"/>
          <p:cNvGrpSpPr/>
          <p:nvPr/>
        </p:nvGrpSpPr>
        <p:grpSpPr>
          <a:xfrm>
            <a:off x="5709066" y="201260"/>
            <a:ext cx="2296623" cy="4424889"/>
            <a:chOff x="5598780" y="137712"/>
            <a:chExt cx="2577001" cy="4664652"/>
          </a:xfrm>
        </p:grpSpPr>
        <p:pic>
          <p:nvPicPr>
            <p:cNvPr id="419" name="Google Shape;419;p67"/>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420" name="Google Shape;420;p67"/>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1" name="Google Shape;421;p6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22" name="Google Shape;422;p6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23" name="Google Shape;423;p6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24" name="Google Shape;424;p67"/>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425" name="Shape 425"/>
        <p:cNvGrpSpPr/>
        <p:nvPr/>
      </p:nvGrpSpPr>
      <p:grpSpPr>
        <a:xfrm>
          <a:off x="0" y="0"/>
          <a:ext cx="0" cy="0"/>
          <a:chOff x="0" y="0"/>
          <a:chExt cx="0" cy="0"/>
        </a:xfrm>
      </p:grpSpPr>
      <p:pic>
        <p:nvPicPr>
          <p:cNvPr id="426" name="Google Shape;426;p6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427" name="Google Shape;427;p6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428" name="Google Shape;428;p6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29" name="Google Shape;429;p6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430" name="Google Shape;430;p6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31" name="Google Shape;431;p68"/>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2" name="Google Shape;432;p68"/>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433" name="Shape 433"/>
        <p:cNvGrpSpPr/>
        <p:nvPr/>
      </p:nvGrpSpPr>
      <p:grpSpPr>
        <a:xfrm>
          <a:off x="0" y="0"/>
          <a:ext cx="0" cy="0"/>
          <a:chOff x="0" y="0"/>
          <a:chExt cx="0" cy="0"/>
        </a:xfrm>
      </p:grpSpPr>
      <p:pic>
        <p:nvPicPr>
          <p:cNvPr id="434" name="Google Shape;434;p69"/>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435" name="Google Shape;435;p6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436" name="Google Shape;436;p6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37" name="Google Shape;437;p6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438" name="Google Shape;438;p6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439" name="Google Shape;439;p69"/>
          <p:cNvGrpSpPr/>
          <p:nvPr/>
        </p:nvGrpSpPr>
        <p:grpSpPr>
          <a:xfrm>
            <a:off x="4344100" y="398125"/>
            <a:ext cx="4546500" cy="4222800"/>
            <a:chOff x="4344100" y="398125"/>
            <a:chExt cx="4546500" cy="4222800"/>
          </a:xfrm>
        </p:grpSpPr>
        <p:sp>
          <p:nvSpPr>
            <p:cNvPr id="440" name="Google Shape;440;p69"/>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1" name="Google Shape;441;p69"/>
            <p:cNvGrpSpPr/>
            <p:nvPr/>
          </p:nvGrpSpPr>
          <p:grpSpPr>
            <a:xfrm>
              <a:off x="4445450" y="524200"/>
              <a:ext cx="399495" cy="101100"/>
              <a:chOff x="4445450" y="524200"/>
              <a:chExt cx="399495" cy="101100"/>
            </a:xfrm>
          </p:grpSpPr>
          <p:sp>
            <p:nvSpPr>
              <p:cNvPr id="442" name="Google Shape;442;p69"/>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69"/>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69"/>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5" name="Google Shape;445;p69"/>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446" name="Shape 446"/>
        <p:cNvGrpSpPr/>
        <p:nvPr/>
      </p:nvGrpSpPr>
      <p:grpSpPr>
        <a:xfrm>
          <a:off x="0" y="0"/>
          <a:ext cx="0" cy="0"/>
          <a:chOff x="0" y="0"/>
          <a:chExt cx="0" cy="0"/>
        </a:xfrm>
      </p:grpSpPr>
      <p:pic>
        <p:nvPicPr>
          <p:cNvPr id="447" name="Google Shape;447;p7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448" name="Google Shape;448;p7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449" name="Google Shape;449;p7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50" name="Google Shape;450;p7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451" name="Google Shape;451;p7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452" name="Shape 452"/>
        <p:cNvGrpSpPr/>
        <p:nvPr/>
      </p:nvGrpSpPr>
      <p:grpSpPr>
        <a:xfrm>
          <a:off x="0" y="0"/>
          <a:ext cx="0" cy="0"/>
          <a:chOff x="0" y="0"/>
          <a:chExt cx="0" cy="0"/>
        </a:xfrm>
      </p:grpSpPr>
      <p:pic>
        <p:nvPicPr>
          <p:cNvPr id="453" name="Google Shape;453;p71"/>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454" name="Google Shape;454;p71"/>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71"/>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456" name="Google Shape;456;p7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457" name="Google Shape;457;p7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58" name="Google Shape;458;p71"/>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459" name="Google Shape;459;p71"/>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460" name="Google Shape;460;p71"/>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461" name="Shape 461"/>
        <p:cNvGrpSpPr/>
        <p:nvPr/>
      </p:nvGrpSpPr>
      <p:grpSpPr>
        <a:xfrm>
          <a:off x="0" y="0"/>
          <a:ext cx="0" cy="0"/>
          <a:chOff x="0" y="0"/>
          <a:chExt cx="0" cy="0"/>
        </a:xfrm>
      </p:grpSpPr>
      <p:pic>
        <p:nvPicPr>
          <p:cNvPr id="462" name="Google Shape;462;p72"/>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463" name="Google Shape;463;p72"/>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464" name="Google Shape;464;p72"/>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65" name="Google Shape;465;p7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66" name="Google Shape;466;p7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67" name="Google Shape;467;p7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468" name="Google Shape;468;p7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69" name="Google Shape;469;p7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70" name="Google Shape;470;p72"/>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471" name="Shape 471"/>
        <p:cNvGrpSpPr/>
        <p:nvPr/>
      </p:nvGrpSpPr>
      <p:grpSpPr>
        <a:xfrm>
          <a:off x="0" y="0"/>
          <a:ext cx="0" cy="0"/>
          <a:chOff x="0" y="0"/>
          <a:chExt cx="0" cy="0"/>
        </a:xfrm>
      </p:grpSpPr>
      <p:pic>
        <p:nvPicPr>
          <p:cNvPr id="472" name="Google Shape;472;p73"/>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73" name="Google Shape;473;p73"/>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474" name="Google Shape;474;p73"/>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75" name="Google Shape;475;p7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76" name="Google Shape;476;p7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477" name="Google Shape;477;p73"/>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478" name="Google Shape;478;p7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479" name="Google Shape;479;p73"/>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480" name="Shape 480"/>
        <p:cNvGrpSpPr/>
        <p:nvPr/>
      </p:nvGrpSpPr>
      <p:grpSpPr>
        <a:xfrm>
          <a:off x="0" y="0"/>
          <a:ext cx="0" cy="0"/>
          <a:chOff x="0" y="0"/>
          <a:chExt cx="0" cy="0"/>
        </a:xfrm>
      </p:grpSpPr>
      <p:pic>
        <p:nvPicPr>
          <p:cNvPr id="481" name="Google Shape;481;p74"/>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482" name="Google Shape;482;p7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483" name="Google Shape;483;p74"/>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484" name="Google Shape;484;p74"/>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85" name="Google Shape;485;p7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86" name="Google Shape;486;p7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87" name="Google Shape;487;p7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488" name="Google Shape;488;p7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89" name="Google Shape;489;p7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490" name="Shape 490"/>
        <p:cNvGrpSpPr/>
        <p:nvPr/>
      </p:nvGrpSpPr>
      <p:grpSpPr>
        <a:xfrm>
          <a:off x="0" y="0"/>
          <a:ext cx="0" cy="0"/>
          <a:chOff x="0" y="0"/>
          <a:chExt cx="0" cy="0"/>
        </a:xfrm>
      </p:grpSpPr>
      <p:pic>
        <p:nvPicPr>
          <p:cNvPr id="491" name="Google Shape;491;p75"/>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492" name="Google Shape;492;p75"/>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493" name="Google Shape;493;p75"/>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494" name="Google Shape;494;p75"/>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95" name="Google Shape;495;p7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96" name="Google Shape;496;p7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97" name="Google Shape;497;p7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498" name="Google Shape;498;p7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99" name="Google Shape;499;p7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500" name="Shape 500"/>
        <p:cNvGrpSpPr/>
        <p:nvPr/>
      </p:nvGrpSpPr>
      <p:grpSpPr>
        <a:xfrm>
          <a:off x="0" y="0"/>
          <a:ext cx="0" cy="0"/>
          <a:chOff x="0" y="0"/>
          <a:chExt cx="0" cy="0"/>
        </a:xfrm>
      </p:grpSpPr>
      <p:pic>
        <p:nvPicPr>
          <p:cNvPr id="501" name="Google Shape;501;p76"/>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502" name="Google Shape;502;p7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503" name="Google Shape;503;p7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504" name="Google Shape;504;p76"/>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05" name="Google Shape;505;p7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06" name="Google Shape;506;p7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07" name="Google Shape;507;p7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508" name="Google Shape;508;p7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509" name="Google Shape;509;p76"/>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510" name="Google Shape;510;p76"/>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511" name="Google Shape;511;p76"/>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512" name="Shape 512"/>
        <p:cNvGrpSpPr/>
        <p:nvPr/>
      </p:nvGrpSpPr>
      <p:grpSpPr>
        <a:xfrm>
          <a:off x="0" y="0"/>
          <a:ext cx="0" cy="0"/>
          <a:chOff x="0" y="0"/>
          <a:chExt cx="0" cy="0"/>
        </a:xfrm>
      </p:grpSpPr>
      <p:pic>
        <p:nvPicPr>
          <p:cNvPr id="513" name="Google Shape;513;p77"/>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514" name="Google Shape;514;p77"/>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515" name="Google Shape;515;p7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516" name="Google Shape;516;p77"/>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17" name="Google Shape;517;p7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18" name="Google Shape;518;p7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19" name="Google Shape;519;p7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520" name="Google Shape;520;p7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521" name="Google Shape;521;p7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522" name="Shape 522"/>
        <p:cNvGrpSpPr/>
        <p:nvPr/>
      </p:nvGrpSpPr>
      <p:grpSpPr>
        <a:xfrm>
          <a:off x="0" y="0"/>
          <a:ext cx="0" cy="0"/>
          <a:chOff x="0" y="0"/>
          <a:chExt cx="0" cy="0"/>
        </a:xfrm>
      </p:grpSpPr>
      <p:pic>
        <p:nvPicPr>
          <p:cNvPr id="523" name="Google Shape;523;p78"/>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524" name="Google Shape;524;p78"/>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525" name="Google Shape;525;p78"/>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26" name="Google Shape;526;p7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27" name="Google Shape;527;p7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28" name="Google Shape;528;p78"/>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78"/>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530" name="Google Shape;530;p78"/>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31" name="Google Shape;531;p78"/>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532" name="Google Shape;532;p78"/>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533" name="Shape 533"/>
        <p:cNvGrpSpPr/>
        <p:nvPr/>
      </p:nvGrpSpPr>
      <p:grpSpPr>
        <a:xfrm>
          <a:off x="0" y="0"/>
          <a:ext cx="0" cy="0"/>
          <a:chOff x="0" y="0"/>
          <a:chExt cx="0" cy="0"/>
        </a:xfrm>
      </p:grpSpPr>
      <p:pic>
        <p:nvPicPr>
          <p:cNvPr id="534" name="Google Shape;534;p79"/>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535" name="Google Shape;535;p79"/>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536" name="Google Shape;536;p7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537" name="Google Shape;537;p79"/>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38" name="Google Shape;538;p7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39" name="Google Shape;539;p7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40" name="Google Shape;540;p7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541" name="Google Shape;541;p7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542" name="Google Shape;542;p7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543" name="Shape 543"/>
        <p:cNvGrpSpPr/>
        <p:nvPr/>
      </p:nvGrpSpPr>
      <p:grpSpPr>
        <a:xfrm>
          <a:off x="0" y="0"/>
          <a:ext cx="0" cy="0"/>
          <a:chOff x="0" y="0"/>
          <a:chExt cx="0" cy="0"/>
        </a:xfrm>
      </p:grpSpPr>
      <p:pic>
        <p:nvPicPr>
          <p:cNvPr id="544" name="Google Shape;544;p80"/>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545" name="Google Shape;545;p80"/>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546" name="Google Shape;546;p8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547" name="Google Shape;547;p80"/>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48" name="Google Shape;548;p8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49" name="Google Shape;549;p8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50" name="Google Shape;550;p8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551" name="Google Shape;551;p8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552" name="Google Shape;552;p8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553" name="Shape 553"/>
        <p:cNvGrpSpPr/>
        <p:nvPr/>
      </p:nvGrpSpPr>
      <p:grpSpPr>
        <a:xfrm>
          <a:off x="0" y="0"/>
          <a:ext cx="0" cy="0"/>
          <a:chOff x="0" y="0"/>
          <a:chExt cx="0" cy="0"/>
        </a:xfrm>
      </p:grpSpPr>
      <p:pic>
        <p:nvPicPr>
          <p:cNvPr descr="Divider1.png" id="554" name="Google Shape;554;p81"/>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555" name="Google Shape;555;p81"/>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56" name="Google Shape;556;p81"/>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557" name="Shape 557"/>
        <p:cNvGrpSpPr/>
        <p:nvPr/>
      </p:nvGrpSpPr>
      <p:grpSpPr>
        <a:xfrm>
          <a:off x="0" y="0"/>
          <a:ext cx="0" cy="0"/>
          <a:chOff x="0" y="0"/>
          <a:chExt cx="0" cy="0"/>
        </a:xfrm>
      </p:grpSpPr>
      <p:pic>
        <p:nvPicPr>
          <p:cNvPr id="558" name="Google Shape;558;p82"/>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559" name="Google Shape;559;p82"/>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560" name="Google Shape;560;p82"/>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82"/>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562" name="Shape 562"/>
        <p:cNvGrpSpPr/>
        <p:nvPr/>
      </p:nvGrpSpPr>
      <p:grpSpPr>
        <a:xfrm>
          <a:off x="0" y="0"/>
          <a:ext cx="0" cy="0"/>
          <a:chOff x="0" y="0"/>
          <a:chExt cx="0" cy="0"/>
        </a:xfrm>
      </p:grpSpPr>
      <p:pic>
        <p:nvPicPr>
          <p:cNvPr id="563" name="Google Shape;563;p83"/>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564" name="Shape 564"/>
        <p:cNvGrpSpPr/>
        <p:nvPr/>
      </p:nvGrpSpPr>
      <p:grpSpPr>
        <a:xfrm>
          <a:off x="0" y="0"/>
          <a:ext cx="0" cy="0"/>
          <a:chOff x="0" y="0"/>
          <a:chExt cx="0" cy="0"/>
        </a:xfrm>
      </p:grpSpPr>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565" name="Shape 565"/>
        <p:cNvGrpSpPr/>
        <p:nvPr/>
      </p:nvGrpSpPr>
      <p:grpSpPr>
        <a:xfrm>
          <a:off x="0" y="0"/>
          <a:ext cx="0" cy="0"/>
          <a:chOff x="0" y="0"/>
          <a:chExt cx="0" cy="0"/>
        </a:xfrm>
      </p:grpSpPr>
      <p:grpSp>
        <p:nvGrpSpPr>
          <p:cNvPr id="566" name="Google Shape;566;p85"/>
          <p:cNvGrpSpPr/>
          <p:nvPr/>
        </p:nvGrpSpPr>
        <p:grpSpPr>
          <a:xfrm>
            <a:off x="6262100" y="-3850"/>
            <a:ext cx="2886900" cy="485125"/>
            <a:chOff x="6262100" y="-3850"/>
            <a:chExt cx="2886900" cy="485125"/>
          </a:xfrm>
        </p:grpSpPr>
        <p:pic>
          <p:nvPicPr>
            <p:cNvPr descr="1.png" id="567" name="Google Shape;567;p85"/>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568" name="Google Shape;568;p85"/>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569" name="Google Shape;569;p85"/>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570" name="Google Shape;570;p85"/>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571" name="Google Shape;571;p8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72" name="Google Shape;572;p8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73" name="Google Shape;573;p85"/>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574" name="Google Shape;574;p85"/>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575" name="Google Shape;575;p85"/>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576" name="Google Shape;576;p85"/>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577" name="Google Shape;577;p85"/>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578" name="Google Shape;578;p85"/>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579" name="Google Shape;579;p85"/>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580" name="Shape 580"/>
        <p:cNvGrpSpPr/>
        <p:nvPr/>
      </p:nvGrpSpPr>
      <p:grpSpPr>
        <a:xfrm>
          <a:off x="0" y="0"/>
          <a:ext cx="0" cy="0"/>
          <a:chOff x="0" y="0"/>
          <a:chExt cx="0" cy="0"/>
        </a:xfrm>
      </p:grpSpPr>
      <p:pic>
        <p:nvPicPr>
          <p:cNvPr id="581" name="Google Shape;581;p86"/>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82" name="Google Shape;582;p8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83" name="Google Shape;583;p86"/>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584" name="Google Shape;584;p86"/>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585" name="Google Shape;585;p86"/>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586" name="Google Shape;586;p86"/>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87" name="Shape 587"/>
        <p:cNvGrpSpPr/>
        <p:nvPr/>
      </p:nvGrpSpPr>
      <p:grpSpPr>
        <a:xfrm>
          <a:off x="0" y="0"/>
          <a:ext cx="0" cy="0"/>
          <a:chOff x="0" y="0"/>
          <a:chExt cx="0" cy="0"/>
        </a:xfrm>
      </p:grpSpPr>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591" name="Shape 591"/>
        <p:cNvGrpSpPr/>
        <p:nvPr/>
      </p:nvGrpSpPr>
      <p:grpSpPr>
        <a:xfrm>
          <a:off x="0" y="0"/>
          <a:ext cx="0" cy="0"/>
          <a:chOff x="0" y="0"/>
          <a:chExt cx="0" cy="0"/>
        </a:xfrm>
      </p:grpSpPr>
      <p:pic>
        <p:nvPicPr>
          <p:cNvPr id="592" name="Google Shape;592;p89"/>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93" name="Google Shape;593;p8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594" name="Shape 594"/>
        <p:cNvGrpSpPr/>
        <p:nvPr/>
      </p:nvGrpSpPr>
      <p:grpSpPr>
        <a:xfrm>
          <a:off x="0" y="0"/>
          <a:ext cx="0" cy="0"/>
          <a:chOff x="0" y="0"/>
          <a:chExt cx="0" cy="0"/>
        </a:xfrm>
      </p:grpSpPr>
      <p:pic>
        <p:nvPicPr>
          <p:cNvPr id="595" name="Google Shape;595;p90"/>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596" name="Google Shape;596;p90"/>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597" name="Google Shape;597;p9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98" name="Google Shape;598;p90"/>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599" name="Shape 599"/>
        <p:cNvGrpSpPr/>
        <p:nvPr/>
      </p:nvGrpSpPr>
      <p:grpSpPr>
        <a:xfrm>
          <a:off x="0" y="0"/>
          <a:ext cx="0" cy="0"/>
          <a:chOff x="0" y="0"/>
          <a:chExt cx="0" cy="0"/>
        </a:xfrm>
      </p:grpSpPr>
      <p:pic>
        <p:nvPicPr>
          <p:cNvPr descr="Divider4.png" id="600" name="Google Shape;600;p91"/>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601" name="Google Shape;601;p91"/>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602" name="Google Shape;602;p91"/>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603" name="Google Shape;603;p91"/>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604" name="Google Shape;604;p91"/>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605" name="Google Shape;605;p91"/>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606" name="Shape 606"/>
        <p:cNvGrpSpPr/>
        <p:nvPr/>
      </p:nvGrpSpPr>
      <p:grpSpPr>
        <a:xfrm>
          <a:off x="0" y="0"/>
          <a:ext cx="0" cy="0"/>
          <a:chOff x="0" y="0"/>
          <a:chExt cx="0" cy="0"/>
        </a:xfrm>
      </p:grpSpPr>
      <p:sp>
        <p:nvSpPr>
          <p:cNvPr id="607" name="Google Shape;607;p92"/>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608" name="Google Shape;608;p92"/>
          <p:cNvGrpSpPr/>
          <p:nvPr/>
        </p:nvGrpSpPr>
        <p:grpSpPr>
          <a:xfrm rot="5400000">
            <a:off x="5719749" y="1629787"/>
            <a:ext cx="4964577" cy="1883925"/>
            <a:chOff x="4152224" y="1218499"/>
            <a:chExt cx="4964577" cy="1883925"/>
          </a:xfrm>
        </p:grpSpPr>
        <p:pic>
          <p:nvPicPr>
            <p:cNvPr id="609" name="Google Shape;609;p92"/>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610" name="Google Shape;610;p92"/>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611" name="Google Shape;611;p9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12" name="Google Shape;612;p9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613" name="Google Shape;613;p92"/>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614" name="Shape 614"/>
        <p:cNvGrpSpPr/>
        <p:nvPr/>
      </p:nvGrpSpPr>
      <p:grpSpPr>
        <a:xfrm>
          <a:off x="0" y="0"/>
          <a:ext cx="0" cy="0"/>
          <a:chOff x="0" y="0"/>
          <a:chExt cx="0" cy="0"/>
        </a:xfrm>
      </p:grpSpPr>
      <p:pic>
        <p:nvPicPr>
          <p:cNvPr id="615" name="Google Shape;615;p93"/>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616" name="Google Shape;616;p93"/>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617" name="Google Shape;617;p93"/>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618" name="Google Shape;618;p93"/>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19" name="Google Shape;619;p9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20" name="Google Shape;620;p9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621" name="Google Shape;621;p93"/>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622" name="Google Shape;622;p93"/>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623" name="Shape 623"/>
        <p:cNvGrpSpPr/>
        <p:nvPr/>
      </p:nvGrpSpPr>
      <p:grpSpPr>
        <a:xfrm>
          <a:off x="0" y="0"/>
          <a:ext cx="0" cy="0"/>
          <a:chOff x="0" y="0"/>
          <a:chExt cx="0" cy="0"/>
        </a:xfrm>
      </p:grpSpPr>
      <p:pic>
        <p:nvPicPr>
          <p:cNvPr id="624" name="Google Shape;624;p94"/>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625" name="Google Shape;625;p94"/>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626" name="Google Shape;626;p94"/>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627" name="Google Shape;627;p94"/>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628" name="Google Shape;628;p9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29" name="Google Shape;629;p9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30" name="Google Shape;630;p94"/>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631" name="Shape 631"/>
        <p:cNvGrpSpPr/>
        <p:nvPr/>
      </p:nvGrpSpPr>
      <p:grpSpPr>
        <a:xfrm>
          <a:off x="0" y="0"/>
          <a:ext cx="0" cy="0"/>
          <a:chOff x="0" y="0"/>
          <a:chExt cx="0" cy="0"/>
        </a:xfrm>
      </p:grpSpPr>
      <p:pic>
        <p:nvPicPr>
          <p:cNvPr id="632" name="Google Shape;632;p95"/>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633" name="Google Shape;633;p95"/>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634" name="Google Shape;634;p95"/>
          <p:cNvGrpSpPr/>
          <p:nvPr/>
        </p:nvGrpSpPr>
        <p:grpSpPr>
          <a:xfrm>
            <a:off x="5709066" y="201260"/>
            <a:ext cx="2296623" cy="4424889"/>
            <a:chOff x="5598780" y="137712"/>
            <a:chExt cx="2577001" cy="4664652"/>
          </a:xfrm>
        </p:grpSpPr>
        <p:pic>
          <p:nvPicPr>
            <p:cNvPr id="635" name="Google Shape;635;p95"/>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636" name="Google Shape;636;p95"/>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7" name="Google Shape;637;p95"/>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38" name="Google Shape;638;p9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39" name="Google Shape;639;p9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40" name="Google Shape;640;p95"/>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641" name="Shape 641"/>
        <p:cNvGrpSpPr/>
        <p:nvPr/>
      </p:nvGrpSpPr>
      <p:grpSpPr>
        <a:xfrm>
          <a:off x="0" y="0"/>
          <a:ext cx="0" cy="0"/>
          <a:chOff x="0" y="0"/>
          <a:chExt cx="0" cy="0"/>
        </a:xfrm>
      </p:grpSpPr>
      <p:pic>
        <p:nvPicPr>
          <p:cNvPr id="642" name="Google Shape;642;p96"/>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643" name="Google Shape;643;p96"/>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644" name="Google Shape;644;p96"/>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45" name="Google Shape;645;p96"/>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646" name="Google Shape;646;p9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47" name="Google Shape;647;p96"/>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48" name="Google Shape;648;p96"/>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649" name="Shape 649"/>
        <p:cNvGrpSpPr/>
        <p:nvPr/>
      </p:nvGrpSpPr>
      <p:grpSpPr>
        <a:xfrm>
          <a:off x="0" y="0"/>
          <a:ext cx="0" cy="0"/>
          <a:chOff x="0" y="0"/>
          <a:chExt cx="0" cy="0"/>
        </a:xfrm>
      </p:grpSpPr>
      <p:pic>
        <p:nvPicPr>
          <p:cNvPr id="650" name="Google Shape;650;p97"/>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651" name="Google Shape;651;p97"/>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652" name="Google Shape;652;p97"/>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53" name="Google Shape;653;p97"/>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654" name="Google Shape;654;p9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655" name="Google Shape;655;p97"/>
          <p:cNvGrpSpPr/>
          <p:nvPr/>
        </p:nvGrpSpPr>
        <p:grpSpPr>
          <a:xfrm>
            <a:off x="4344100" y="398125"/>
            <a:ext cx="4546500" cy="4222800"/>
            <a:chOff x="4344100" y="398125"/>
            <a:chExt cx="4546500" cy="4222800"/>
          </a:xfrm>
        </p:grpSpPr>
        <p:sp>
          <p:nvSpPr>
            <p:cNvPr id="656" name="Google Shape;656;p97"/>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7" name="Google Shape;657;p97"/>
            <p:cNvGrpSpPr/>
            <p:nvPr/>
          </p:nvGrpSpPr>
          <p:grpSpPr>
            <a:xfrm>
              <a:off x="4445450" y="524200"/>
              <a:ext cx="399495" cy="101100"/>
              <a:chOff x="4445450" y="524200"/>
              <a:chExt cx="399495" cy="101100"/>
            </a:xfrm>
          </p:grpSpPr>
          <p:sp>
            <p:nvSpPr>
              <p:cNvPr id="658" name="Google Shape;658;p97"/>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97"/>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97"/>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1" name="Google Shape;661;p97"/>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662" name="Shape 662"/>
        <p:cNvGrpSpPr/>
        <p:nvPr/>
      </p:nvGrpSpPr>
      <p:grpSpPr>
        <a:xfrm>
          <a:off x="0" y="0"/>
          <a:ext cx="0" cy="0"/>
          <a:chOff x="0" y="0"/>
          <a:chExt cx="0" cy="0"/>
        </a:xfrm>
      </p:grpSpPr>
      <p:pic>
        <p:nvPicPr>
          <p:cNvPr id="663" name="Google Shape;663;p9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664" name="Google Shape;664;p9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665" name="Google Shape;665;p9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66" name="Google Shape;666;p9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667" name="Google Shape;667;p9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668" name="Shape 668"/>
        <p:cNvGrpSpPr/>
        <p:nvPr/>
      </p:nvGrpSpPr>
      <p:grpSpPr>
        <a:xfrm>
          <a:off x="0" y="0"/>
          <a:ext cx="0" cy="0"/>
          <a:chOff x="0" y="0"/>
          <a:chExt cx="0" cy="0"/>
        </a:xfrm>
      </p:grpSpPr>
      <p:pic>
        <p:nvPicPr>
          <p:cNvPr id="669" name="Google Shape;669;p99"/>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670" name="Google Shape;670;p99"/>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99"/>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672" name="Google Shape;672;p9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673" name="Google Shape;673;p9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74" name="Google Shape;674;p9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675" name="Google Shape;675;p9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676" name="Google Shape;676;p99"/>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677" name="Shape 677"/>
        <p:cNvGrpSpPr/>
        <p:nvPr/>
      </p:nvGrpSpPr>
      <p:grpSpPr>
        <a:xfrm>
          <a:off x="0" y="0"/>
          <a:ext cx="0" cy="0"/>
          <a:chOff x="0" y="0"/>
          <a:chExt cx="0" cy="0"/>
        </a:xfrm>
      </p:grpSpPr>
      <p:pic>
        <p:nvPicPr>
          <p:cNvPr id="678" name="Google Shape;678;p100"/>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679" name="Google Shape;679;p100"/>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680" name="Google Shape;680;p100"/>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81" name="Google Shape;681;p10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82" name="Google Shape;682;p10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83" name="Google Shape;683;p100"/>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684" name="Google Shape;684;p10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85" name="Google Shape;685;p10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86" name="Google Shape;686;p100"/>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687" name="Shape 687"/>
        <p:cNvGrpSpPr/>
        <p:nvPr/>
      </p:nvGrpSpPr>
      <p:grpSpPr>
        <a:xfrm>
          <a:off x="0" y="0"/>
          <a:ext cx="0" cy="0"/>
          <a:chOff x="0" y="0"/>
          <a:chExt cx="0" cy="0"/>
        </a:xfrm>
      </p:grpSpPr>
      <p:pic>
        <p:nvPicPr>
          <p:cNvPr id="688" name="Google Shape;688;p101"/>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89" name="Google Shape;689;p101"/>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690" name="Google Shape;690;p101"/>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91" name="Google Shape;691;p10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92" name="Google Shape;692;p10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693" name="Google Shape;693;p101"/>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694" name="Google Shape;694;p10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695" name="Google Shape;695;p101"/>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696" name="Shape 696"/>
        <p:cNvGrpSpPr/>
        <p:nvPr/>
      </p:nvGrpSpPr>
      <p:grpSpPr>
        <a:xfrm>
          <a:off x="0" y="0"/>
          <a:ext cx="0" cy="0"/>
          <a:chOff x="0" y="0"/>
          <a:chExt cx="0" cy="0"/>
        </a:xfrm>
      </p:grpSpPr>
      <p:pic>
        <p:nvPicPr>
          <p:cNvPr id="697" name="Google Shape;697;p102"/>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698" name="Google Shape;698;p102"/>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99" name="Google Shape;699;p102"/>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700" name="Google Shape;700;p102"/>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01" name="Google Shape;701;p10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702" name="Google Shape;702;p10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03" name="Google Shape;703;p10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704" name="Google Shape;704;p10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705" name="Google Shape;705;p10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706" name="Shape 706"/>
        <p:cNvGrpSpPr/>
        <p:nvPr/>
      </p:nvGrpSpPr>
      <p:grpSpPr>
        <a:xfrm>
          <a:off x="0" y="0"/>
          <a:ext cx="0" cy="0"/>
          <a:chOff x="0" y="0"/>
          <a:chExt cx="0" cy="0"/>
        </a:xfrm>
      </p:grpSpPr>
      <p:pic>
        <p:nvPicPr>
          <p:cNvPr id="707" name="Google Shape;707;p103"/>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708" name="Google Shape;708;p103"/>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709" name="Google Shape;709;p103"/>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710" name="Google Shape;710;p103"/>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11" name="Google Shape;711;p10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712" name="Google Shape;712;p10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13" name="Google Shape;713;p10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714" name="Google Shape;714;p10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715" name="Google Shape;715;p10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716" name="Shape 716"/>
        <p:cNvGrpSpPr/>
        <p:nvPr/>
      </p:nvGrpSpPr>
      <p:grpSpPr>
        <a:xfrm>
          <a:off x="0" y="0"/>
          <a:ext cx="0" cy="0"/>
          <a:chOff x="0" y="0"/>
          <a:chExt cx="0" cy="0"/>
        </a:xfrm>
      </p:grpSpPr>
      <p:pic>
        <p:nvPicPr>
          <p:cNvPr id="717" name="Google Shape;717;p104"/>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718" name="Google Shape;718;p10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719" name="Google Shape;719;p104"/>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720" name="Google Shape;720;p104"/>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21" name="Google Shape;721;p10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722" name="Google Shape;722;p10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23" name="Google Shape;723;p10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724" name="Google Shape;724;p10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725" name="Google Shape;725;p104"/>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726" name="Shape 726"/>
        <p:cNvGrpSpPr/>
        <p:nvPr/>
      </p:nvGrpSpPr>
      <p:grpSpPr>
        <a:xfrm>
          <a:off x="0" y="0"/>
          <a:ext cx="0" cy="0"/>
          <a:chOff x="0" y="0"/>
          <a:chExt cx="0" cy="0"/>
        </a:xfrm>
      </p:grpSpPr>
      <p:pic>
        <p:nvPicPr>
          <p:cNvPr id="727" name="Google Shape;727;p105"/>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728" name="Google Shape;728;p105"/>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729" name="Google Shape;729;p105"/>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730" name="Google Shape;730;p105"/>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31" name="Google Shape;731;p10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732" name="Google Shape;732;p10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33" name="Google Shape;733;p105"/>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734" name="Google Shape;734;p10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735" name="Google Shape;735;p10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736" name="Shape 736"/>
        <p:cNvGrpSpPr/>
        <p:nvPr/>
      </p:nvGrpSpPr>
      <p:grpSpPr>
        <a:xfrm>
          <a:off x="0" y="0"/>
          <a:ext cx="0" cy="0"/>
          <a:chOff x="0" y="0"/>
          <a:chExt cx="0" cy="0"/>
        </a:xfrm>
      </p:grpSpPr>
      <p:pic>
        <p:nvPicPr>
          <p:cNvPr id="737" name="Google Shape;737;p106"/>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738" name="Google Shape;738;p106"/>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739" name="Google Shape;739;p106"/>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740" name="Google Shape;740;p10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41" name="Google Shape;741;p10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42" name="Google Shape;742;p106"/>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06"/>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744" name="Google Shape;744;p106"/>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45" name="Google Shape;745;p106"/>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746" name="Google Shape;746;p106"/>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747" name="Shape 747"/>
        <p:cNvGrpSpPr/>
        <p:nvPr/>
      </p:nvGrpSpPr>
      <p:grpSpPr>
        <a:xfrm>
          <a:off x="0" y="0"/>
          <a:ext cx="0" cy="0"/>
          <a:chOff x="0" y="0"/>
          <a:chExt cx="0" cy="0"/>
        </a:xfrm>
      </p:grpSpPr>
      <p:pic>
        <p:nvPicPr>
          <p:cNvPr id="748" name="Google Shape;748;p107"/>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749" name="Google Shape;749;p107"/>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750" name="Google Shape;750;p10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751" name="Google Shape;751;p107"/>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52" name="Google Shape;752;p10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753" name="Google Shape;753;p10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54" name="Google Shape;754;p10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755" name="Google Shape;755;p10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756" name="Google Shape;756;p10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757" name="Shape 757"/>
        <p:cNvGrpSpPr/>
        <p:nvPr/>
      </p:nvGrpSpPr>
      <p:grpSpPr>
        <a:xfrm>
          <a:off x="0" y="0"/>
          <a:ext cx="0" cy="0"/>
          <a:chOff x="0" y="0"/>
          <a:chExt cx="0" cy="0"/>
        </a:xfrm>
      </p:grpSpPr>
      <p:pic>
        <p:nvPicPr>
          <p:cNvPr id="758" name="Google Shape;758;p108"/>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759" name="Google Shape;759;p108"/>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760" name="Google Shape;760;p108"/>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761" name="Google Shape;761;p108"/>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62" name="Google Shape;762;p10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763" name="Google Shape;763;p10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64" name="Google Shape;764;p108"/>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765" name="Google Shape;765;p10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766" name="Google Shape;766;p10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767" name="Shape 767"/>
        <p:cNvGrpSpPr/>
        <p:nvPr/>
      </p:nvGrpSpPr>
      <p:grpSpPr>
        <a:xfrm>
          <a:off x="0" y="0"/>
          <a:ext cx="0" cy="0"/>
          <a:chOff x="0" y="0"/>
          <a:chExt cx="0" cy="0"/>
        </a:xfrm>
      </p:grpSpPr>
      <p:pic>
        <p:nvPicPr>
          <p:cNvPr id="768" name="Google Shape;768;p109"/>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769" name="Google Shape;769;p10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70" name="Google Shape;770;p109"/>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771" name="Google Shape;771;p109"/>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772" name="Google Shape;772;p109"/>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773" name="Google Shape;773;p109"/>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774" name="Shape 774"/>
        <p:cNvGrpSpPr/>
        <p:nvPr/>
      </p:nvGrpSpPr>
      <p:grpSpPr>
        <a:xfrm>
          <a:off x="0" y="0"/>
          <a:ext cx="0" cy="0"/>
          <a:chOff x="0" y="0"/>
          <a:chExt cx="0" cy="0"/>
        </a:xfrm>
      </p:grpSpPr>
      <p:pic>
        <p:nvPicPr>
          <p:cNvPr descr="Divider1.png" id="775" name="Google Shape;775;p110"/>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776" name="Google Shape;776;p110"/>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77" name="Google Shape;777;p110"/>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778" name="Shape 778"/>
        <p:cNvGrpSpPr/>
        <p:nvPr/>
      </p:nvGrpSpPr>
      <p:grpSpPr>
        <a:xfrm>
          <a:off x="0" y="0"/>
          <a:ext cx="0" cy="0"/>
          <a:chOff x="0" y="0"/>
          <a:chExt cx="0" cy="0"/>
        </a:xfrm>
      </p:grpSpPr>
      <p:pic>
        <p:nvPicPr>
          <p:cNvPr id="779" name="Google Shape;779;p111"/>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780" name="Google Shape;780;p111"/>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781" name="Google Shape;781;p111"/>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11"/>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783" name="Shape 783"/>
        <p:cNvGrpSpPr/>
        <p:nvPr/>
      </p:nvGrpSpPr>
      <p:grpSpPr>
        <a:xfrm>
          <a:off x="0" y="0"/>
          <a:ext cx="0" cy="0"/>
          <a:chOff x="0" y="0"/>
          <a:chExt cx="0" cy="0"/>
        </a:xfrm>
      </p:grpSpPr>
      <p:pic>
        <p:nvPicPr>
          <p:cNvPr id="784" name="Google Shape;784;p112"/>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785" name="Shape 785"/>
        <p:cNvGrpSpPr/>
        <p:nvPr/>
      </p:nvGrpSpPr>
      <p:grpSpPr>
        <a:xfrm>
          <a:off x="0" y="0"/>
          <a:ext cx="0" cy="0"/>
          <a:chOff x="0" y="0"/>
          <a:chExt cx="0" cy="0"/>
        </a:xfrm>
      </p:grpSpPr>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786" name="Shape 786"/>
        <p:cNvGrpSpPr/>
        <p:nvPr/>
      </p:nvGrpSpPr>
      <p:grpSpPr>
        <a:xfrm>
          <a:off x="0" y="0"/>
          <a:ext cx="0" cy="0"/>
          <a:chOff x="0" y="0"/>
          <a:chExt cx="0" cy="0"/>
        </a:xfrm>
      </p:grpSpPr>
      <p:grpSp>
        <p:nvGrpSpPr>
          <p:cNvPr id="787" name="Google Shape;787;p114"/>
          <p:cNvGrpSpPr/>
          <p:nvPr/>
        </p:nvGrpSpPr>
        <p:grpSpPr>
          <a:xfrm>
            <a:off x="6262100" y="-3850"/>
            <a:ext cx="2886900" cy="485125"/>
            <a:chOff x="6262100" y="-3850"/>
            <a:chExt cx="2886900" cy="485125"/>
          </a:xfrm>
        </p:grpSpPr>
        <p:pic>
          <p:nvPicPr>
            <p:cNvPr descr="1.png" id="788" name="Google Shape;788;p114"/>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789" name="Google Shape;789;p114"/>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790" name="Google Shape;790;p114"/>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791" name="Google Shape;791;p114"/>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792" name="Google Shape;792;p11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93" name="Google Shape;793;p1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94" name="Google Shape;794;p114"/>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795" name="Google Shape;795;p114"/>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796" name="Google Shape;796;p114"/>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797" name="Google Shape;797;p114"/>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798" name="Google Shape;798;p114"/>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799" name="Google Shape;799;p114"/>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800" name="Google Shape;800;p114"/>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801" name="Shape 801"/>
        <p:cNvGrpSpPr/>
        <p:nvPr/>
      </p:nvGrpSpPr>
      <p:grpSpPr>
        <a:xfrm>
          <a:off x="0" y="0"/>
          <a:ext cx="0" cy="0"/>
          <a:chOff x="0" y="0"/>
          <a:chExt cx="0" cy="0"/>
        </a:xfrm>
      </p:grpSpPr>
      <p:pic>
        <p:nvPicPr>
          <p:cNvPr id="802" name="Google Shape;802;p115"/>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803" name="Google Shape;803;p115"/>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804" name="Google Shape;804;p11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05" name="Google Shape;805;p1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06" name="Google Shape;806;p115"/>
          <p:cNvSpPr txBox="1"/>
          <p:nvPr/>
        </p:nvSpPr>
        <p:spPr>
          <a:xfrm>
            <a:off x="565375" y="333100"/>
            <a:ext cx="5005800" cy="4080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807" name="Google Shape;807;p115"/>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08" name="Shape 80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22" Type="http://schemas.openxmlformats.org/officeDocument/2006/relationships/slideLayout" Target="../slideLayouts/slideLayout33.xml"/><Relationship Id="rId10" Type="http://schemas.openxmlformats.org/officeDocument/2006/relationships/slideLayout" Target="../slideLayouts/slideLayout21.xml"/><Relationship Id="rId21" Type="http://schemas.openxmlformats.org/officeDocument/2006/relationships/slideLayout" Target="../slideLayouts/slideLayout3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23" Type="http://schemas.openxmlformats.org/officeDocument/2006/relationships/theme" Target="../theme/theme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3.xml"/><Relationship Id="rId11" Type="http://schemas.openxmlformats.org/officeDocument/2006/relationships/slideLayout" Target="../slideLayouts/slideLayout44.xml"/><Relationship Id="rId22" Type="http://schemas.openxmlformats.org/officeDocument/2006/relationships/slideLayout" Target="../slideLayouts/slideLayout55.xml"/><Relationship Id="rId10" Type="http://schemas.openxmlformats.org/officeDocument/2006/relationships/slideLayout" Target="../slideLayouts/slideLayout43.xml"/><Relationship Id="rId21" Type="http://schemas.openxmlformats.org/officeDocument/2006/relationships/slideLayout" Target="../slideLayouts/slideLayout54.xml"/><Relationship Id="rId13" Type="http://schemas.openxmlformats.org/officeDocument/2006/relationships/slideLayout" Target="../slideLayouts/slideLayout46.xml"/><Relationship Id="rId24" Type="http://schemas.openxmlformats.org/officeDocument/2006/relationships/theme" Target="../theme/theme2.xml"/><Relationship Id="rId12" Type="http://schemas.openxmlformats.org/officeDocument/2006/relationships/slideLayout" Target="../slideLayouts/slideLayout45.xml"/><Relationship Id="rId23" Type="http://schemas.openxmlformats.org/officeDocument/2006/relationships/slideLayout" Target="../slideLayouts/slideLayout56.xml"/><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5" Type="http://schemas.openxmlformats.org/officeDocument/2006/relationships/slideLayout" Target="../slideLayouts/slideLayout48.xml"/><Relationship Id="rId14" Type="http://schemas.openxmlformats.org/officeDocument/2006/relationships/slideLayout" Target="../slideLayouts/slideLayout47.xml"/><Relationship Id="rId17" Type="http://schemas.openxmlformats.org/officeDocument/2006/relationships/slideLayout" Target="../slideLayouts/slideLayout50.xml"/><Relationship Id="rId16" Type="http://schemas.openxmlformats.org/officeDocument/2006/relationships/slideLayout" Target="../slideLayouts/slideLayout49.xml"/><Relationship Id="rId5" Type="http://schemas.openxmlformats.org/officeDocument/2006/relationships/slideLayout" Target="../slideLayouts/slideLayout38.xml"/><Relationship Id="rId19" Type="http://schemas.openxmlformats.org/officeDocument/2006/relationships/slideLayout" Target="../slideLayouts/slideLayout52.xml"/><Relationship Id="rId6" Type="http://schemas.openxmlformats.org/officeDocument/2006/relationships/slideLayout" Target="../slideLayouts/slideLayout39.xml"/><Relationship Id="rId18" Type="http://schemas.openxmlformats.org/officeDocument/2006/relationships/slideLayout" Target="../slideLayouts/slideLayout51.xml"/><Relationship Id="rId7" Type="http://schemas.openxmlformats.org/officeDocument/2006/relationships/slideLayout" Target="../slideLayouts/slideLayout40.xml"/><Relationship Id="rId8" Type="http://schemas.openxmlformats.org/officeDocument/2006/relationships/slideLayout" Target="../slideLayouts/slideLayout41.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76.xml"/><Relationship Id="rId22" Type="http://schemas.openxmlformats.org/officeDocument/2006/relationships/slideLayout" Target="../slideLayouts/slideLayout78.xml"/><Relationship Id="rId21" Type="http://schemas.openxmlformats.org/officeDocument/2006/relationships/slideLayout" Target="../slideLayouts/slideLayout77.xml"/><Relationship Id="rId24" Type="http://schemas.openxmlformats.org/officeDocument/2006/relationships/slideLayout" Target="../slideLayouts/slideLayout80.xml"/><Relationship Id="rId23" Type="http://schemas.openxmlformats.org/officeDocument/2006/relationships/slideLayout" Target="../slideLayouts/slideLayout79.xml"/><Relationship Id="rId1" Type="http://schemas.openxmlformats.org/officeDocument/2006/relationships/slideLayout" Target="../slideLayouts/slideLayout57.xml"/><Relationship Id="rId2" Type="http://schemas.openxmlformats.org/officeDocument/2006/relationships/slideLayout" Target="../slideLayouts/slideLayout58.xml"/><Relationship Id="rId3" Type="http://schemas.openxmlformats.org/officeDocument/2006/relationships/slideLayout" Target="../slideLayouts/slideLayout59.xml"/><Relationship Id="rId4" Type="http://schemas.openxmlformats.org/officeDocument/2006/relationships/slideLayout" Target="../slideLayouts/slideLayout60.xml"/><Relationship Id="rId9" Type="http://schemas.openxmlformats.org/officeDocument/2006/relationships/slideLayout" Target="../slideLayouts/slideLayout65.xml"/><Relationship Id="rId26" Type="http://schemas.openxmlformats.org/officeDocument/2006/relationships/slideLayout" Target="../slideLayouts/slideLayout82.xml"/><Relationship Id="rId25" Type="http://schemas.openxmlformats.org/officeDocument/2006/relationships/slideLayout" Target="../slideLayouts/slideLayout81.xml"/><Relationship Id="rId28" Type="http://schemas.openxmlformats.org/officeDocument/2006/relationships/theme" Target="../theme/theme1.xml"/><Relationship Id="rId27" Type="http://schemas.openxmlformats.org/officeDocument/2006/relationships/slideLayout" Target="../slideLayouts/slideLayout83.xml"/><Relationship Id="rId5" Type="http://schemas.openxmlformats.org/officeDocument/2006/relationships/slideLayout" Target="../slideLayouts/slideLayout61.xml"/><Relationship Id="rId6" Type="http://schemas.openxmlformats.org/officeDocument/2006/relationships/slideLayout" Target="../slideLayouts/slideLayout62.xml"/><Relationship Id="rId7" Type="http://schemas.openxmlformats.org/officeDocument/2006/relationships/slideLayout" Target="../slideLayouts/slideLayout63.xml"/><Relationship Id="rId8" Type="http://schemas.openxmlformats.org/officeDocument/2006/relationships/slideLayout" Target="../slideLayouts/slideLayout64.xml"/><Relationship Id="rId11" Type="http://schemas.openxmlformats.org/officeDocument/2006/relationships/slideLayout" Target="../slideLayouts/slideLayout67.xml"/><Relationship Id="rId10" Type="http://schemas.openxmlformats.org/officeDocument/2006/relationships/slideLayout" Target="../slideLayouts/slideLayout66.xml"/><Relationship Id="rId13" Type="http://schemas.openxmlformats.org/officeDocument/2006/relationships/slideLayout" Target="../slideLayouts/slideLayout69.xml"/><Relationship Id="rId12" Type="http://schemas.openxmlformats.org/officeDocument/2006/relationships/slideLayout" Target="../slideLayouts/slideLayout68.xml"/><Relationship Id="rId15" Type="http://schemas.openxmlformats.org/officeDocument/2006/relationships/slideLayout" Target="../slideLayouts/slideLayout71.xml"/><Relationship Id="rId14" Type="http://schemas.openxmlformats.org/officeDocument/2006/relationships/slideLayout" Target="../slideLayouts/slideLayout70.xml"/><Relationship Id="rId17" Type="http://schemas.openxmlformats.org/officeDocument/2006/relationships/slideLayout" Target="../slideLayouts/slideLayout73.xml"/><Relationship Id="rId16" Type="http://schemas.openxmlformats.org/officeDocument/2006/relationships/slideLayout" Target="../slideLayouts/slideLayout72.xml"/><Relationship Id="rId19" Type="http://schemas.openxmlformats.org/officeDocument/2006/relationships/slideLayout" Target="../slideLayouts/slideLayout75.xml"/><Relationship Id="rId18" Type="http://schemas.openxmlformats.org/officeDocument/2006/relationships/slideLayout" Target="../slideLayouts/slideLayout74.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03.xml"/><Relationship Id="rId22" Type="http://schemas.openxmlformats.org/officeDocument/2006/relationships/slideLayout" Target="../slideLayouts/slideLayout105.xml"/><Relationship Id="rId21" Type="http://schemas.openxmlformats.org/officeDocument/2006/relationships/slideLayout" Target="../slideLayouts/slideLayout104.xml"/><Relationship Id="rId24" Type="http://schemas.openxmlformats.org/officeDocument/2006/relationships/slideLayout" Target="../slideLayouts/slideLayout107.xml"/><Relationship Id="rId23" Type="http://schemas.openxmlformats.org/officeDocument/2006/relationships/slideLayout" Target="../slideLayouts/slideLayout106.xml"/><Relationship Id="rId1" Type="http://schemas.openxmlformats.org/officeDocument/2006/relationships/slideLayout" Target="../slideLayouts/slideLayout84.xml"/><Relationship Id="rId2" Type="http://schemas.openxmlformats.org/officeDocument/2006/relationships/slideLayout" Target="../slideLayouts/slideLayout85.xml"/><Relationship Id="rId3" Type="http://schemas.openxmlformats.org/officeDocument/2006/relationships/slideLayout" Target="../slideLayouts/slideLayout86.xml"/><Relationship Id="rId4" Type="http://schemas.openxmlformats.org/officeDocument/2006/relationships/slideLayout" Target="../slideLayouts/slideLayout87.xml"/><Relationship Id="rId9" Type="http://schemas.openxmlformats.org/officeDocument/2006/relationships/slideLayout" Target="../slideLayouts/slideLayout92.xml"/><Relationship Id="rId26" Type="http://schemas.openxmlformats.org/officeDocument/2006/relationships/slideLayout" Target="../slideLayouts/slideLayout109.xml"/><Relationship Id="rId25" Type="http://schemas.openxmlformats.org/officeDocument/2006/relationships/slideLayout" Target="../slideLayouts/slideLayout108.xml"/><Relationship Id="rId28" Type="http://schemas.openxmlformats.org/officeDocument/2006/relationships/slideLayout" Target="../slideLayouts/slideLayout111.xml"/><Relationship Id="rId27" Type="http://schemas.openxmlformats.org/officeDocument/2006/relationships/slideLayout" Target="../slideLayouts/slideLayout110.xml"/><Relationship Id="rId5" Type="http://schemas.openxmlformats.org/officeDocument/2006/relationships/slideLayout" Target="../slideLayouts/slideLayout88.xml"/><Relationship Id="rId6" Type="http://schemas.openxmlformats.org/officeDocument/2006/relationships/slideLayout" Target="../slideLayouts/slideLayout89.xml"/><Relationship Id="rId29" Type="http://schemas.openxmlformats.org/officeDocument/2006/relationships/theme" Target="../theme/theme5.xml"/><Relationship Id="rId7" Type="http://schemas.openxmlformats.org/officeDocument/2006/relationships/slideLayout" Target="../slideLayouts/slideLayout90.xml"/><Relationship Id="rId8" Type="http://schemas.openxmlformats.org/officeDocument/2006/relationships/slideLayout" Target="../slideLayouts/slideLayout91.xml"/><Relationship Id="rId11" Type="http://schemas.openxmlformats.org/officeDocument/2006/relationships/slideLayout" Target="../slideLayouts/slideLayout94.xml"/><Relationship Id="rId10" Type="http://schemas.openxmlformats.org/officeDocument/2006/relationships/slideLayout" Target="../slideLayouts/slideLayout93.xml"/><Relationship Id="rId13" Type="http://schemas.openxmlformats.org/officeDocument/2006/relationships/slideLayout" Target="../slideLayouts/slideLayout96.xml"/><Relationship Id="rId12" Type="http://schemas.openxmlformats.org/officeDocument/2006/relationships/slideLayout" Target="../slideLayouts/slideLayout95.xml"/><Relationship Id="rId15" Type="http://schemas.openxmlformats.org/officeDocument/2006/relationships/slideLayout" Target="../slideLayouts/slideLayout98.xml"/><Relationship Id="rId14" Type="http://schemas.openxmlformats.org/officeDocument/2006/relationships/slideLayout" Target="../slideLayouts/slideLayout97.xml"/><Relationship Id="rId17" Type="http://schemas.openxmlformats.org/officeDocument/2006/relationships/slideLayout" Target="../slideLayouts/slideLayout100.xml"/><Relationship Id="rId16" Type="http://schemas.openxmlformats.org/officeDocument/2006/relationships/slideLayout" Target="../slideLayouts/slideLayout99.xml"/><Relationship Id="rId19" Type="http://schemas.openxmlformats.org/officeDocument/2006/relationships/slideLayout" Target="../slideLayouts/slideLayout102.xml"/><Relationship Id="rId18" Type="http://schemas.openxmlformats.org/officeDocument/2006/relationships/slideLayout" Target="../slideLayouts/slideLayout10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81" name="Shape 181"/>
        <p:cNvGrpSpPr/>
        <p:nvPr/>
      </p:nvGrpSpPr>
      <p:grpSpPr>
        <a:xfrm>
          <a:off x="0" y="0"/>
          <a:ext cx="0" cy="0"/>
          <a:chOff x="0" y="0"/>
          <a:chExt cx="0" cy="0"/>
        </a:xfrm>
      </p:grpSpPr>
      <p:sp>
        <p:nvSpPr>
          <p:cNvPr id="182" name="Google Shape;182;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83" name="Google Shape;183;p3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 id="2147483697" r:id="rId17"/>
    <p:sldLayoutId id="2147483698" r:id="rId18"/>
    <p:sldLayoutId id="2147483699" r:id="rId19"/>
    <p:sldLayoutId id="2147483700" r:id="rId20"/>
    <p:sldLayoutId id="2147483701" r:id="rId21"/>
    <p:sldLayoutId id="2147483702" r:id="rId22"/>
    <p:sldLayoutId id="2147483703"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73" name="Shape 373"/>
        <p:cNvGrpSpPr/>
        <p:nvPr/>
      </p:nvGrpSpPr>
      <p:grpSpPr>
        <a:xfrm>
          <a:off x="0" y="0"/>
          <a:ext cx="0" cy="0"/>
          <a:chOff x="0" y="0"/>
          <a:chExt cx="0" cy="0"/>
        </a:xfrm>
      </p:grpSpPr>
      <p:sp>
        <p:nvSpPr>
          <p:cNvPr id="374" name="Google Shape;374;p6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375" name="Google Shape;375;p6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1" r:id="rId18"/>
    <p:sldLayoutId id="2147483722" r:id="rId19"/>
    <p:sldLayoutId id="2147483723" r:id="rId20"/>
    <p:sldLayoutId id="2147483724" r:id="rId21"/>
    <p:sldLayoutId id="2147483725" r:id="rId22"/>
    <p:sldLayoutId id="2147483726" r:id="rId23"/>
    <p:sldLayoutId id="2147483727" r:id="rId24"/>
    <p:sldLayoutId id="2147483728" r:id="rId25"/>
    <p:sldLayoutId id="2147483729" r:id="rId26"/>
    <p:sldLayoutId id="2147483730"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88" name="Shape 588"/>
        <p:cNvGrpSpPr/>
        <p:nvPr/>
      </p:nvGrpSpPr>
      <p:grpSpPr>
        <a:xfrm>
          <a:off x="0" y="0"/>
          <a:ext cx="0" cy="0"/>
          <a:chOff x="0" y="0"/>
          <a:chExt cx="0" cy="0"/>
        </a:xfrm>
      </p:grpSpPr>
      <p:sp>
        <p:nvSpPr>
          <p:cNvPr id="589" name="Google Shape;589;p8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90" name="Google Shape;590;p8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 id="2147483747" r:id="rId17"/>
    <p:sldLayoutId id="2147483748" r:id="rId18"/>
    <p:sldLayoutId id="2147483749" r:id="rId19"/>
    <p:sldLayoutId id="2147483750" r:id="rId20"/>
    <p:sldLayoutId id="2147483751" r:id="rId21"/>
    <p:sldLayoutId id="2147483752" r:id="rId22"/>
    <p:sldLayoutId id="2147483753" r:id="rId23"/>
    <p:sldLayoutId id="2147483754" r:id="rId24"/>
    <p:sldLayoutId id="2147483755" r:id="rId25"/>
    <p:sldLayoutId id="2147483756" r:id="rId26"/>
    <p:sldLayoutId id="2147483757" r:id="rId27"/>
    <p:sldLayoutId id="2147483758"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3.xml"/><Relationship Id="rId3" Type="http://schemas.openxmlformats.org/officeDocument/2006/relationships/image" Target="../media/image158.png"/><Relationship Id="rId4" Type="http://schemas.openxmlformats.org/officeDocument/2006/relationships/image" Target="../media/image157.png"/><Relationship Id="rId5" Type="http://schemas.openxmlformats.org/officeDocument/2006/relationships/image" Target="../media/image155.png"/><Relationship Id="rId6" Type="http://schemas.openxmlformats.org/officeDocument/2006/relationships/image" Target="../media/image154.png"/><Relationship Id="rId7" Type="http://schemas.openxmlformats.org/officeDocument/2006/relationships/image" Target="../media/image15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 Id="rId3" Type="http://schemas.openxmlformats.org/officeDocument/2006/relationships/image" Target="../media/image16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5.xml"/><Relationship Id="rId3" Type="http://schemas.openxmlformats.org/officeDocument/2006/relationships/image" Target="../media/image15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29.xml"/><Relationship Id="rId3" Type="http://schemas.openxmlformats.org/officeDocument/2006/relationships/image" Target="../media/image161.png"/><Relationship Id="rId4" Type="http://schemas.openxmlformats.org/officeDocument/2006/relationships/image" Target="../media/image160.png"/><Relationship Id="rId5" Type="http://schemas.openxmlformats.org/officeDocument/2006/relationships/image" Target="../media/image163.png"/><Relationship Id="rId6" Type="http://schemas.openxmlformats.org/officeDocument/2006/relationships/image" Target="../media/image170.png"/><Relationship Id="rId7" Type="http://schemas.openxmlformats.org/officeDocument/2006/relationships/image" Target="../media/image16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31.xml"/><Relationship Id="rId3" Type="http://schemas.openxmlformats.org/officeDocument/2006/relationships/image" Target="../media/image172.png"/><Relationship Id="rId4" Type="http://schemas.openxmlformats.org/officeDocument/2006/relationships/image" Target="../media/image167.png"/><Relationship Id="rId5" Type="http://schemas.openxmlformats.org/officeDocument/2006/relationships/image" Target="../media/image17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2.xml"/><Relationship Id="rId3" Type="http://schemas.openxmlformats.org/officeDocument/2006/relationships/hyperlink" Target="https://courses.codepath.org/courses/web103/unit/3#!labs"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34.xml"/><Relationship Id="rId3" Type="http://schemas.openxmlformats.org/officeDocument/2006/relationships/hyperlink" Target="https://unitygridplaza.up.railway.app/" TargetMode="External"/><Relationship Id="rId4" Type="http://schemas.openxmlformats.org/officeDocument/2006/relationships/image" Target="../media/image16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36.xml"/><Relationship Id="rId3" Type="http://schemas.openxmlformats.org/officeDocument/2006/relationships/hyperlink" Target="https://courses.codepath.org/courses/web103/unit/3#!projects"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notesSlide" Target="../notesSlides/notesSlide38.xml"/><Relationship Id="rId3" Type="http://schemas.openxmlformats.org/officeDocument/2006/relationships/image" Target="../media/image35.png"/><Relationship Id="rId4" Type="http://schemas.openxmlformats.org/officeDocument/2006/relationships/image" Target="../media/image166.png"/><Relationship Id="rId5" Type="http://schemas.openxmlformats.org/officeDocument/2006/relationships/hyperlink" Target="https://zoom.us/j/85091783160"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39.xml"/><Relationship Id="rId3" Type="http://schemas.openxmlformats.org/officeDocument/2006/relationships/hyperlink" Target="mailto:support@codepath.org" TargetMode="External"/><Relationship Id="rId4" Type="http://schemas.openxmlformats.org/officeDocument/2006/relationships/hyperlink" Target="http://www.youtube.com/watch?v=fjkDiLu4UyI" TargetMode="External"/><Relationship Id="rId5" Type="http://schemas.openxmlformats.org/officeDocument/2006/relationships/image" Target="../media/image174.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notesSlide" Target="../notesSlides/notesSlide40.xml"/><Relationship Id="rId3" Type="http://schemas.openxmlformats.org/officeDocument/2006/relationships/image" Target="../media/image17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117"/>
          <p:cNvSpPr txBox="1"/>
          <p:nvPr>
            <p:ph type="title"/>
          </p:nvPr>
        </p:nvSpPr>
        <p:spPr>
          <a:xfrm>
            <a:off x="1628200" y="1807975"/>
            <a:ext cx="5887800" cy="72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2600"/>
              <a:t>Handling RESTful Requests</a:t>
            </a:r>
            <a:endParaRPr sz="2600"/>
          </a:p>
        </p:txBody>
      </p:sp>
      <p:sp>
        <p:nvSpPr>
          <p:cNvPr id="814" name="Google Shape;814;p117"/>
          <p:cNvSpPr txBox="1"/>
          <p:nvPr>
            <p:ph idx="1" type="subTitle"/>
          </p:nvPr>
        </p:nvSpPr>
        <p:spPr>
          <a:xfrm>
            <a:off x="3582450" y="3133125"/>
            <a:ext cx="1979100" cy="38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WEB103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11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820" name="Google Shape;820;p118"/>
          <p:cNvCxnSpPr>
            <a:endCxn id="821" idx="1"/>
          </p:cNvCxnSpPr>
          <p:nvPr/>
        </p:nvCxnSpPr>
        <p:spPr>
          <a:xfrm flipH="1" rot="-5400000">
            <a:off x="1183550" y="3775663"/>
            <a:ext cx="563400" cy="318600"/>
          </a:xfrm>
          <a:prstGeom prst="bentConnector2">
            <a:avLst/>
          </a:prstGeom>
          <a:noFill/>
          <a:ln cap="flat" cmpd="sng" w="19050">
            <a:solidFill>
              <a:srgbClr val="1B1C57"/>
            </a:solidFill>
            <a:prstDash val="solid"/>
            <a:round/>
            <a:headEnd len="med" w="med" type="none"/>
            <a:tailEnd len="med" w="med" type="triangle"/>
          </a:ln>
        </p:spPr>
      </p:cxnSp>
      <p:sp>
        <p:nvSpPr>
          <p:cNvPr id="822" name="Google Shape;822;p118"/>
          <p:cNvSpPr/>
          <p:nvPr/>
        </p:nvSpPr>
        <p:spPr>
          <a:xfrm>
            <a:off x="1093063" y="3407709"/>
            <a:ext cx="414900" cy="411900"/>
          </a:xfrm>
          <a:prstGeom prst="ellipse">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18"/>
          <p:cNvSpPr txBox="1"/>
          <p:nvPr/>
        </p:nvSpPr>
        <p:spPr>
          <a:xfrm>
            <a:off x="1080175" y="3411096"/>
            <a:ext cx="6945000" cy="411900"/>
          </a:xfrm>
          <a:prstGeom prst="rect">
            <a:avLst/>
          </a:prstGeom>
          <a:noFill/>
          <a:ln>
            <a:noFill/>
          </a:ln>
        </p:spPr>
        <p:txBody>
          <a:bodyPr anchorCtr="0" anchor="ctr" bIns="91425" lIns="91425" spcFirstLastPara="1" rIns="91425" wrap="square" tIns="91425">
            <a:noAutofit/>
          </a:bodyPr>
          <a:lstStyle/>
          <a:p>
            <a:pPr indent="-342900" lvl="0" marL="457200" rtl="0" algn="l">
              <a:spcBef>
                <a:spcPts val="0"/>
              </a:spcBef>
              <a:spcAft>
                <a:spcPts val="0"/>
              </a:spcAft>
              <a:buClr>
                <a:schemeClr val="lt1"/>
              </a:buClr>
              <a:buSzPts val="1800"/>
              <a:buFont typeface="Poppins"/>
              <a:buAutoNum type="arabicPeriod" startAt="3"/>
            </a:pPr>
            <a:r>
              <a:rPr b="1" lang="en" sz="1800">
                <a:solidFill>
                  <a:schemeClr val="dk1"/>
                </a:solidFill>
                <a:latin typeface="Poppins"/>
                <a:ea typeface="Poppins"/>
                <a:cs typeface="Poppins"/>
                <a:sym typeface="Poppins"/>
              </a:rPr>
              <a:t>Answer </a:t>
            </a:r>
            <a:r>
              <a:rPr lang="en" sz="1800">
                <a:solidFill>
                  <a:schemeClr val="dk1"/>
                </a:solidFill>
                <a:latin typeface="Poppins"/>
                <a:ea typeface="Poppins"/>
                <a:cs typeface="Poppins"/>
                <a:sym typeface="Poppins"/>
              </a:rPr>
              <a:t>the question below in the chat:</a:t>
            </a:r>
            <a:endParaRPr sz="1800">
              <a:solidFill>
                <a:schemeClr val="dk1"/>
              </a:solidFill>
              <a:latin typeface="Poppins"/>
              <a:ea typeface="Poppins"/>
              <a:cs typeface="Poppins"/>
              <a:sym typeface="Poppins"/>
            </a:endParaRPr>
          </a:p>
        </p:txBody>
      </p:sp>
      <p:cxnSp>
        <p:nvCxnSpPr>
          <p:cNvPr id="824" name="Google Shape;824;p118"/>
          <p:cNvCxnSpPr>
            <a:endCxn id="825" idx="1"/>
          </p:cNvCxnSpPr>
          <p:nvPr/>
        </p:nvCxnSpPr>
        <p:spPr>
          <a:xfrm flipH="1" rot="-5400000">
            <a:off x="1247450" y="2514250"/>
            <a:ext cx="428100" cy="326100"/>
          </a:xfrm>
          <a:prstGeom prst="bentConnector2">
            <a:avLst/>
          </a:prstGeom>
          <a:noFill/>
          <a:ln cap="flat" cmpd="sng" w="19050">
            <a:solidFill>
              <a:srgbClr val="1B1C57"/>
            </a:solidFill>
            <a:prstDash val="solid"/>
            <a:round/>
            <a:headEnd len="med" w="med" type="none"/>
            <a:tailEnd len="med" w="med" type="triangle"/>
          </a:ln>
        </p:spPr>
      </p:cxnSp>
      <p:sp>
        <p:nvSpPr>
          <p:cNvPr id="826" name="Google Shape;826;p118"/>
          <p:cNvSpPr/>
          <p:nvPr/>
        </p:nvSpPr>
        <p:spPr>
          <a:xfrm>
            <a:off x="1100100" y="2212607"/>
            <a:ext cx="414900" cy="411900"/>
          </a:xfrm>
          <a:prstGeom prst="ellipse">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18"/>
          <p:cNvSpPr txBox="1"/>
          <p:nvPr/>
        </p:nvSpPr>
        <p:spPr>
          <a:xfrm>
            <a:off x="1080163" y="2183813"/>
            <a:ext cx="6945000" cy="493500"/>
          </a:xfrm>
          <a:prstGeom prst="rect">
            <a:avLst/>
          </a:prstGeom>
          <a:noFill/>
          <a:ln>
            <a:noFill/>
          </a:ln>
        </p:spPr>
        <p:txBody>
          <a:bodyPr anchorCtr="0" anchor="ctr" bIns="91425" lIns="91425" spcFirstLastPara="1" rIns="91425" wrap="square" tIns="91425">
            <a:noAutofit/>
          </a:bodyPr>
          <a:lstStyle/>
          <a:p>
            <a:pPr indent="-342900" lvl="0" marL="457200" rtl="0" algn="l">
              <a:spcBef>
                <a:spcPts val="0"/>
              </a:spcBef>
              <a:spcAft>
                <a:spcPts val="0"/>
              </a:spcAft>
              <a:buClr>
                <a:schemeClr val="lt1"/>
              </a:buClr>
              <a:buSzPts val="1800"/>
              <a:buFont typeface="Poppins"/>
              <a:buAutoNum type="arabicPeriod" startAt="2"/>
            </a:pPr>
            <a:r>
              <a:rPr b="1" lang="en" sz="1800">
                <a:solidFill>
                  <a:schemeClr val="dk1"/>
                </a:solidFill>
                <a:latin typeface="Poppins"/>
                <a:ea typeface="Poppins"/>
                <a:cs typeface="Poppins"/>
                <a:sym typeface="Poppins"/>
              </a:rPr>
              <a:t>Rename </a:t>
            </a:r>
            <a:r>
              <a:rPr lang="en" sz="1800">
                <a:solidFill>
                  <a:schemeClr val="dk1"/>
                </a:solidFill>
                <a:latin typeface="Poppins"/>
                <a:ea typeface="Poppins"/>
                <a:cs typeface="Poppins"/>
                <a:sym typeface="Poppins"/>
              </a:rPr>
              <a:t>yourself with your pod number and full name:</a:t>
            </a:r>
            <a:endParaRPr sz="1800">
              <a:solidFill>
                <a:schemeClr val="dk1"/>
              </a:solidFill>
              <a:latin typeface="Poppins"/>
              <a:ea typeface="Poppins"/>
              <a:cs typeface="Poppins"/>
              <a:sym typeface="Poppins"/>
            </a:endParaRPr>
          </a:p>
        </p:txBody>
      </p:sp>
      <p:sp>
        <p:nvSpPr>
          <p:cNvPr id="828" name="Google Shape;828;p118"/>
          <p:cNvSpPr/>
          <p:nvPr/>
        </p:nvSpPr>
        <p:spPr>
          <a:xfrm>
            <a:off x="1100111" y="1469611"/>
            <a:ext cx="414900" cy="411900"/>
          </a:xfrm>
          <a:prstGeom prst="ellipse">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18"/>
          <p:cNvSpPr txBox="1"/>
          <p:nvPr/>
        </p:nvSpPr>
        <p:spPr>
          <a:xfrm>
            <a:off x="1080163" y="1322013"/>
            <a:ext cx="6945000" cy="707100"/>
          </a:xfrm>
          <a:prstGeom prst="rect">
            <a:avLst/>
          </a:prstGeom>
          <a:noFill/>
          <a:ln>
            <a:noFill/>
          </a:ln>
        </p:spPr>
        <p:txBody>
          <a:bodyPr anchorCtr="0" anchor="ctr" bIns="91425" lIns="91425" spcFirstLastPara="1" rIns="91425" wrap="square" tIns="91425">
            <a:noAutofit/>
          </a:bodyPr>
          <a:lstStyle/>
          <a:p>
            <a:pPr indent="-342900" lvl="0" marL="457200" rtl="0" algn="l">
              <a:spcBef>
                <a:spcPts val="0"/>
              </a:spcBef>
              <a:spcAft>
                <a:spcPts val="0"/>
              </a:spcAft>
              <a:buClr>
                <a:schemeClr val="lt1"/>
              </a:buClr>
              <a:buSzPts val="1800"/>
              <a:buFont typeface="Poppins"/>
              <a:buAutoNum type="arabicPeriod"/>
            </a:pPr>
            <a:r>
              <a:rPr b="1" lang="en" sz="1800">
                <a:solidFill>
                  <a:schemeClr val="dk1"/>
                </a:solidFill>
                <a:latin typeface="Poppins"/>
                <a:ea typeface="Poppins"/>
                <a:cs typeface="Poppins"/>
                <a:sym typeface="Poppins"/>
              </a:rPr>
              <a:t>Turn on </a:t>
            </a:r>
            <a:r>
              <a:rPr lang="en" sz="1800">
                <a:solidFill>
                  <a:schemeClr val="dk1"/>
                </a:solidFill>
                <a:latin typeface="Poppins"/>
                <a:ea typeface="Poppins"/>
                <a:cs typeface="Poppins"/>
                <a:sym typeface="Poppins"/>
              </a:rPr>
              <a:t>your camera</a:t>
            </a:r>
            <a:endParaRPr sz="1800">
              <a:solidFill>
                <a:schemeClr val="dk1"/>
              </a:solidFill>
              <a:latin typeface="Poppins"/>
              <a:ea typeface="Poppins"/>
              <a:cs typeface="Poppins"/>
              <a:sym typeface="Poppins"/>
            </a:endParaRPr>
          </a:p>
        </p:txBody>
      </p:sp>
      <p:sp>
        <p:nvSpPr>
          <p:cNvPr id="825" name="Google Shape;825;p118"/>
          <p:cNvSpPr/>
          <p:nvPr/>
        </p:nvSpPr>
        <p:spPr>
          <a:xfrm>
            <a:off x="1624550" y="2677300"/>
            <a:ext cx="6393600" cy="428100"/>
          </a:xfrm>
          <a:prstGeom prst="roundRect">
            <a:avLst>
              <a:gd fmla="val 17017" name="adj"/>
            </a:avLst>
          </a:prstGeom>
          <a:solidFill>
            <a:srgbClr val="1B1C57"/>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800">
                <a:solidFill>
                  <a:schemeClr val="lt1"/>
                </a:solidFill>
                <a:latin typeface="Poppins"/>
                <a:ea typeface="Poppins"/>
                <a:cs typeface="Poppins"/>
                <a:sym typeface="Poppins"/>
              </a:rPr>
              <a:t>6 - Montero Hill</a:t>
            </a:r>
            <a:endParaRPr b="1" sz="1800">
              <a:solidFill>
                <a:schemeClr val="lt1"/>
              </a:solidFill>
              <a:latin typeface="Poppins"/>
              <a:ea typeface="Poppins"/>
              <a:cs typeface="Poppins"/>
              <a:sym typeface="Poppins"/>
            </a:endParaRPr>
          </a:p>
        </p:txBody>
      </p:sp>
      <p:sp>
        <p:nvSpPr>
          <p:cNvPr id="821" name="Google Shape;821;p118"/>
          <p:cNvSpPr/>
          <p:nvPr/>
        </p:nvSpPr>
        <p:spPr>
          <a:xfrm>
            <a:off x="1624550" y="3819613"/>
            <a:ext cx="6393600" cy="794100"/>
          </a:xfrm>
          <a:prstGeom prst="roundRect">
            <a:avLst>
              <a:gd fmla="val 8330" name="adj"/>
            </a:avLst>
          </a:prstGeom>
          <a:solidFill>
            <a:srgbClr val="1B1C57"/>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800">
                <a:solidFill>
                  <a:schemeClr val="lt1"/>
                </a:solidFill>
                <a:latin typeface="Poppins"/>
                <a:ea typeface="Poppins"/>
                <a:cs typeface="Poppins"/>
                <a:sym typeface="Poppins"/>
              </a:rPr>
              <a:t>Which popular website do you think has had the biggest design change over the years?</a:t>
            </a:r>
            <a:endParaRPr b="1" sz="1800">
              <a:solidFill>
                <a:schemeClr val="lt1"/>
              </a:solidFill>
              <a:latin typeface="Poppins"/>
              <a:ea typeface="Poppins"/>
              <a:cs typeface="Poppins"/>
              <a:sym typeface="Poppins"/>
            </a:endParaRPr>
          </a:p>
        </p:txBody>
      </p:sp>
      <p:sp>
        <p:nvSpPr>
          <p:cNvPr id="830" name="Google Shape;830;p118"/>
          <p:cNvSpPr/>
          <p:nvPr/>
        </p:nvSpPr>
        <p:spPr>
          <a:xfrm>
            <a:off x="458100" y="529788"/>
            <a:ext cx="8227800" cy="753900"/>
          </a:xfrm>
          <a:prstGeom prst="roundRect">
            <a:avLst>
              <a:gd fmla="val 14982" name="adj"/>
            </a:avLst>
          </a:prstGeom>
          <a:solidFill>
            <a:srgbClr val="1B1C5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chemeClr val="lt1"/>
                </a:solidFill>
                <a:latin typeface="Space Mono"/>
                <a:ea typeface="Space Mono"/>
                <a:cs typeface="Space Mono"/>
                <a:sym typeface="Space Mono"/>
              </a:rPr>
              <a:t>Welcome to Unit 3:</a:t>
            </a:r>
            <a:endParaRPr b="1" sz="2200">
              <a:solidFill>
                <a:schemeClr val="lt1"/>
              </a:solidFill>
              <a:latin typeface="Space Mono"/>
              <a:ea typeface="Space Mono"/>
              <a:cs typeface="Space Mono"/>
              <a:sym typeface="Space Mono"/>
            </a:endParaRPr>
          </a:p>
          <a:p>
            <a:pPr indent="0" lvl="0" marL="0" rtl="0" algn="ctr">
              <a:spcBef>
                <a:spcPts val="0"/>
              </a:spcBef>
              <a:spcAft>
                <a:spcPts val="0"/>
              </a:spcAft>
              <a:buNone/>
            </a:pPr>
            <a:r>
              <a:rPr b="1" lang="en" sz="2200">
                <a:solidFill>
                  <a:schemeClr val="lt1"/>
                </a:solidFill>
                <a:latin typeface="Space Mono"/>
                <a:ea typeface="Space Mono"/>
                <a:cs typeface="Space Mono"/>
                <a:sym typeface="Space Mono"/>
              </a:rPr>
              <a:t>Handling RESTful Requests</a:t>
            </a:r>
            <a:endParaRPr b="1" sz="2200">
              <a:solidFill>
                <a:schemeClr val="lt1"/>
              </a:solidFill>
              <a:latin typeface="Space Mono"/>
              <a:ea typeface="Space Mono"/>
              <a:cs typeface="Space Mono"/>
              <a:sym typeface="Space Mon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11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36" name="Google Shape;836;p119"/>
          <p:cNvSpPr txBox="1"/>
          <p:nvPr/>
        </p:nvSpPr>
        <p:spPr>
          <a:xfrm>
            <a:off x="500025" y="643450"/>
            <a:ext cx="75855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As a community, we will...</a:t>
            </a:r>
            <a:endParaRPr b="1" sz="2400">
              <a:solidFill>
                <a:srgbClr val="000000"/>
              </a:solidFill>
              <a:latin typeface="Space Mono"/>
              <a:ea typeface="Space Mono"/>
              <a:cs typeface="Space Mono"/>
              <a:sym typeface="Space Mono"/>
            </a:endParaRPr>
          </a:p>
        </p:txBody>
      </p:sp>
      <p:pic>
        <p:nvPicPr>
          <p:cNvPr id="837" name="Google Shape;837;p119"/>
          <p:cNvPicPr preferRelativeResize="0"/>
          <p:nvPr/>
        </p:nvPicPr>
        <p:blipFill>
          <a:blip r:embed="rId3">
            <a:alphaModFix/>
          </a:blip>
          <a:stretch>
            <a:fillRect/>
          </a:stretch>
        </p:blipFill>
        <p:spPr>
          <a:xfrm>
            <a:off x="845400" y="1435825"/>
            <a:ext cx="487725" cy="487725"/>
          </a:xfrm>
          <a:prstGeom prst="rect">
            <a:avLst/>
          </a:prstGeom>
          <a:noFill/>
          <a:ln>
            <a:noFill/>
          </a:ln>
        </p:spPr>
      </p:pic>
      <p:sp>
        <p:nvSpPr>
          <p:cNvPr id="838" name="Google Shape;838;p119"/>
          <p:cNvSpPr txBox="1"/>
          <p:nvPr/>
        </p:nvSpPr>
        <p:spPr>
          <a:xfrm>
            <a:off x="1395600" y="1408950"/>
            <a:ext cx="66423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Poppins"/>
                <a:ea typeface="Poppins"/>
                <a:cs typeface="Poppins"/>
                <a:sym typeface="Poppins"/>
              </a:rPr>
              <a:t>Be present</a:t>
            </a:r>
            <a:r>
              <a:rPr lang="en" sz="1800">
                <a:latin typeface="Poppins"/>
                <a:ea typeface="Poppins"/>
                <a:cs typeface="Poppins"/>
                <a:sym typeface="Poppins"/>
              </a:rPr>
              <a:t>, physically and mentally</a:t>
            </a:r>
            <a:endParaRPr sz="1800">
              <a:latin typeface="Poppins"/>
              <a:ea typeface="Poppins"/>
              <a:cs typeface="Poppins"/>
              <a:sym typeface="Poppins"/>
            </a:endParaRPr>
          </a:p>
        </p:txBody>
      </p:sp>
      <p:sp>
        <p:nvSpPr>
          <p:cNvPr id="839" name="Google Shape;839;p119"/>
          <p:cNvSpPr txBox="1"/>
          <p:nvPr/>
        </p:nvSpPr>
        <p:spPr>
          <a:xfrm>
            <a:off x="1395724" y="2046350"/>
            <a:ext cx="66423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Poppins"/>
                <a:ea typeface="Poppins"/>
                <a:cs typeface="Poppins"/>
                <a:sym typeface="Poppins"/>
              </a:rPr>
              <a:t>Actively build </a:t>
            </a:r>
            <a:r>
              <a:rPr lang="en" sz="1800">
                <a:latin typeface="Poppins"/>
                <a:ea typeface="Poppins"/>
                <a:cs typeface="Poppins"/>
                <a:sym typeface="Poppins"/>
              </a:rPr>
              <a:t>an inclusive community and space</a:t>
            </a:r>
            <a:endParaRPr b="1" sz="1800">
              <a:latin typeface="Poppins"/>
              <a:ea typeface="Poppins"/>
              <a:cs typeface="Poppins"/>
              <a:sym typeface="Poppins"/>
            </a:endParaRPr>
          </a:p>
        </p:txBody>
      </p:sp>
      <p:sp>
        <p:nvSpPr>
          <p:cNvPr id="840" name="Google Shape;840;p119"/>
          <p:cNvSpPr txBox="1"/>
          <p:nvPr/>
        </p:nvSpPr>
        <p:spPr>
          <a:xfrm>
            <a:off x="1395724" y="2683750"/>
            <a:ext cx="66423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Poppins"/>
                <a:ea typeface="Poppins"/>
                <a:cs typeface="Poppins"/>
                <a:sym typeface="Poppins"/>
              </a:rPr>
              <a:t>Practice </a:t>
            </a:r>
            <a:r>
              <a:rPr lang="en" sz="1800">
                <a:latin typeface="Poppins"/>
                <a:ea typeface="Poppins"/>
                <a:cs typeface="Poppins"/>
                <a:sym typeface="Poppins"/>
              </a:rPr>
              <a:t>curiosity and adopt a learning mindset</a:t>
            </a:r>
            <a:endParaRPr sz="1800">
              <a:latin typeface="Poppins"/>
              <a:ea typeface="Poppins"/>
              <a:cs typeface="Poppins"/>
              <a:sym typeface="Poppins"/>
            </a:endParaRPr>
          </a:p>
        </p:txBody>
      </p:sp>
      <p:sp>
        <p:nvSpPr>
          <p:cNvPr id="841" name="Google Shape;841;p119"/>
          <p:cNvSpPr txBox="1"/>
          <p:nvPr/>
        </p:nvSpPr>
        <p:spPr>
          <a:xfrm>
            <a:off x="1395724" y="3321150"/>
            <a:ext cx="66423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Poppins"/>
                <a:ea typeface="Poppins"/>
                <a:cs typeface="Poppins"/>
                <a:sym typeface="Poppins"/>
              </a:rPr>
              <a:t>Ask </a:t>
            </a:r>
            <a:r>
              <a:rPr lang="en" sz="1800">
                <a:latin typeface="Poppins"/>
                <a:ea typeface="Poppins"/>
                <a:cs typeface="Poppins"/>
                <a:sym typeface="Poppins"/>
              </a:rPr>
              <a:t>for help when we need it</a:t>
            </a:r>
            <a:endParaRPr b="1" sz="1800">
              <a:latin typeface="Poppins"/>
              <a:ea typeface="Poppins"/>
              <a:cs typeface="Poppins"/>
              <a:sym typeface="Poppins"/>
            </a:endParaRPr>
          </a:p>
        </p:txBody>
      </p:sp>
      <p:sp>
        <p:nvSpPr>
          <p:cNvPr id="842" name="Google Shape;842;p119"/>
          <p:cNvSpPr txBox="1"/>
          <p:nvPr/>
        </p:nvSpPr>
        <p:spPr>
          <a:xfrm>
            <a:off x="1395724" y="3958550"/>
            <a:ext cx="66423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Poppins"/>
                <a:ea typeface="Poppins"/>
                <a:cs typeface="Poppins"/>
                <a:sym typeface="Poppins"/>
              </a:rPr>
              <a:t>Keep </a:t>
            </a:r>
            <a:r>
              <a:rPr lang="en" sz="1800">
                <a:latin typeface="Poppins"/>
                <a:ea typeface="Poppins"/>
                <a:cs typeface="Poppins"/>
                <a:sym typeface="Poppins"/>
              </a:rPr>
              <a:t>our cameras on</a:t>
            </a:r>
            <a:endParaRPr b="1" sz="1800">
              <a:latin typeface="Poppins"/>
              <a:ea typeface="Poppins"/>
              <a:cs typeface="Poppins"/>
              <a:sym typeface="Poppins"/>
            </a:endParaRPr>
          </a:p>
        </p:txBody>
      </p:sp>
      <p:pic>
        <p:nvPicPr>
          <p:cNvPr id="843" name="Google Shape;843;p119"/>
          <p:cNvPicPr preferRelativeResize="0"/>
          <p:nvPr/>
        </p:nvPicPr>
        <p:blipFill>
          <a:blip r:embed="rId4">
            <a:alphaModFix/>
          </a:blip>
          <a:stretch>
            <a:fillRect/>
          </a:stretch>
        </p:blipFill>
        <p:spPr>
          <a:xfrm>
            <a:off x="845400" y="2038075"/>
            <a:ext cx="487725" cy="487725"/>
          </a:xfrm>
          <a:prstGeom prst="rect">
            <a:avLst/>
          </a:prstGeom>
          <a:noFill/>
          <a:ln>
            <a:noFill/>
          </a:ln>
        </p:spPr>
      </p:pic>
      <p:pic>
        <p:nvPicPr>
          <p:cNvPr id="844" name="Google Shape;844;p119"/>
          <p:cNvPicPr preferRelativeResize="0"/>
          <p:nvPr/>
        </p:nvPicPr>
        <p:blipFill>
          <a:blip r:embed="rId5">
            <a:alphaModFix/>
          </a:blip>
          <a:stretch>
            <a:fillRect/>
          </a:stretch>
        </p:blipFill>
        <p:spPr>
          <a:xfrm>
            <a:off x="845400" y="2693050"/>
            <a:ext cx="487725" cy="487725"/>
          </a:xfrm>
          <a:prstGeom prst="rect">
            <a:avLst/>
          </a:prstGeom>
          <a:noFill/>
          <a:ln>
            <a:noFill/>
          </a:ln>
        </p:spPr>
      </p:pic>
      <p:pic>
        <p:nvPicPr>
          <p:cNvPr id="845" name="Google Shape;845;p119"/>
          <p:cNvPicPr preferRelativeResize="0"/>
          <p:nvPr/>
        </p:nvPicPr>
        <p:blipFill>
          <a:blip r:embed="rId6">
            <a:alphaModFix/>
          </a:blip>
          <a:stretch>
            <a:fillRect/>
          </a:stretch>
        </p:blipFill>
        <p:spPr>
          <a:xfrm>
            <a:off x="845400" y="3339238"/>
            <a:ext cx="487725" cy="487725"/>
          </a:xfrm>
          <a:prstGeom prst="rect">
            <a:avLst/>
          </a:prstGeom>
          <a:noFill/>
          <a:ln>
            <a:noFill/>
          </a:ln>
        </p:spPr>
      </p:pic>
      <p:pic>
        <p:nvPicPr>
          <p:cNvPr id="846" name="Google Shape;846;p119"/>
          <p:cNvPicPr preferRelativeResize="0"/>
          <p:nvPr/>
        </p:nvPicPr>
        <p:blipFill>
          <a:blip r:embed="rId7">
            <a:alphaModFix/>
          </a:blip>
          <a:stretch>
            <a:fillRect/>
          </a:stretch>
        </p:blipFill>
        <p:spPr>
          <a:xfrm>
            <a:off x="845400" y="3950275"/>
            <a:ext cx="487725" cy="487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12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852" name="Google Shape;852;p120"/>
          <p:cNvPicPr preferRelativeResize="0"/>
          <p:nvPr/>
        </p:nvPicPr>
        <p:blipFill>
          <a:blip r:embed="rId3">
            <a:alphaModFix/>
          </a:blip>
          <a:stretch>
            <a:fillRect/>
          </a:stretch>
        </p:blipFill>
        <p:spPr>
          <a:xfrm>
            <a:off x="5097225" y="873775"/>
            <a:ext cx="3826851" cy="3826851"/>
          </a:xfrm>
          <a:prstGeom prst="rect">
            <a:avLst/>
          </a:prstGeom>
          <a:noFill/>
          <a:ln>
            <a:noFill/>
          </a:ln>
        </p:spPr>
      </p:pic>
      <p:sp>
        <p:nvSpPr>
          <p:cNvPr id="853" name="Google Shape;853;p120"/>
          <p:cNvSpPr txBox="1"/>
          <p:nvPr>
            <p:ph type="title"/>
          </p:nvPr>
        </p:nvSpPr>
        <p:spPr>
          <a:xfrm>
            <a:off x="572850" y="106700"/>
            <a:ext cx="7998300" cy="856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900"/>
              <a:t>Ensuring We Engage Fully Today!</a:t>
            </a:r>
            <a:endParaRPr sz="4300"/>
          </a:p>
        </p:txBody>
      </p:sp>
      <p:sp>
        <p:nvSpPr>
          <p:cNvPr id="854" name="Google Shape;854;p120"/>
          <p:cNvSpPr txBox="1"/>
          <p:nvPr/>
        </p:nvSpPr>
        <p:spPr>
          <a:xfrm>
            <a:off x="385850" y="1022250"/>
            <a:ext cx="4620600" cy="3453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Our best sessions happen when everyone can actively participate:</a:t>
            </a:r>
            <a:endParaRPr b="1" sz="2000">
              <a:latin typeface="Poppins"/>
              <a:ea typeface="Poppins"/>
              <a:cs typeface="Poppins"/>
              <a:sym typeface="Poppins"/>
            </a:endParaRPr>
          </a:p>
          <a:p>
            <a:pPr indent="-355600" lvl="0" marL="457200" rtl="0" algn="l">
              <a:lnSpc>
                <a:spcPct val="115000"/>
              </a:lnSpc>
              <a:spcBef>
                <a:spcPts val="1000"/>
              </a:spcBef>
              <a:spcAft>
                <a:spcPts val="0"/>
              </a:spcAft>
              <a:buSzPts val="2000"/>
              <a:buFont typeface="Poppins"/>
              <a:buChar char="-"/>
            </a:pPr>
            <a:r>
              <a:rPr lang="en" sz="2000">
                <a:latin typeface="Poppins"/>
                <a:ea typeface="Poppins"/>
                <a:cs typeface="Poppins"/>
                <a:sym typeface="Poppins"/>
              </a:rPr>
              <a:t>📷 Camera on</a:t>
            </a:r>
            <a:endParaRPr sz="2000">
              <a:latin typeface="Poppins"/>
              <a:ea typeface="Poppins"/>
              <a:cs typeface="Poppins"/>
              <a:sym typeface="Poppins"/>
            </a:endParaRPr>
          </a:p>
          <a:p>
            <a:pPr indent="-355600" lvl="0" marL="457200" rtl="0" algn="l">
              <a:lnSpc>
                <a:spcPct val="115000"/>
              </a:lnSpc>
              <a:spcBef>
                <a:spcPts val="0"/>
              </a:spcBef>
              <a:spcAft>
                <a:spcPts val="0"/>
              </a:spcAft>
              <a:buSzPts val="2000"/>
              <a:buFont typeface="Poppins"/>
              <a:buChar char="-"/>
            </a:pPr>
            <a:r>
              <a:rPr lang="en" sz="2000">
                <a:latin typeface="Poppins"/>
                <a:ea typeface="Poppins"/>
                <a:cs typeface="Poppins"/>
                <a:sym typeface="Poppins"/>
              </a:rPr>
              <a:t>👤 Visible in frame</a:t>
            </a:r>
            <a:endParaRPr sz="2000">
              <a:latin typeface="Poppins"/>
              <a:ea typeface="Poppins"/>
              <a:cs typeface="Poppins"/>
              <a:sym typeface="Poppins"/>
            </a:endParaRPr>
          </a:p>
          <a:p>
            <a:pPr indent="-355600" lvl="0" marL="457200" rtl="0" algn="l">
              <a:lnSpc>
                <a:spcPct val="115000"/>
              </a:lnSpc>
              <a:spcBef>
                <a:spcPts val="0"/>
              </a:spcBef>
              <a:spcAft>
                <a:spcPts val="0"/>
              </a:spcAft>
              <a:buSzPts val="2000"/>
              <a:buFont typeface="Poppins"/>
              <a:buChar char="-"/>
            </a:pPr>
            <a:r>
              <a:rPr lang="en" sz="2000">
                <a:latin typeface="Poppins"/>
                <a:ea typeface="Poppins"/>
                <a:cs typeface="Poppins"/>
                <a:sym typeface="Poppins"/>
              </a:rPr>
              <a:t>💻 On a computer (not mobile)</a:t>
            </a:r>
            <a:endParaRPr sz="2000">
              <a:latin typeface="Poppins"/>
              <a:ea typeface="Poppins"/>
              <a:cs typeface="Poppins"/>
              <a:sym typeface="Poppins"/>
            </a:endParaRPr>
          </a:p>
          <a:p>
            <a:pPr indent="-355600" lvl="0" marL="457200" rtl="0" algn="l">
              <a:lnSpc>
                <a:spcPct val="115000"/>
              </a:lnSpc>
              <a:spcBef>
                <a:spcPts val="0"/>
              </a:spcBef>
              <a:spcAft>
                <a:spcPts val="0"/>
              </a:spcAft>
              <a:buSzPts val="2000"/>
              <a:buFont typeface="Poppins"/>
              <a:buChar char="-"/>
            </a:pPr>
            <a:r>
              <a:rPr lang="en" sz="2000">
                <a:latin typeface="Poppins"/>
                <a:ea typeface="Poppins"/>
                <a:cs typeface="Poppins"/>
                <a:sym typeface="Poppins"/>
              </a:rPr>
              <a:t>📍 In a stable location</a:t>
            </a:r>
            <a:endParaRPr sz="2000">
              <a:latin typeface="Poppins"/>
              <a:ea typeface="Poppins"/>
              <a:cs typeface="Poppins"/>
              <a:sym typeface="Poppins"/>
            </a:endParaRPr>
          </a:p>
          <a:p>
            <a:pPr indent="-355600" lvl="0" marL="457200" rtl="0" algn="l">
              <a:lnSpc>
                <a:spcPct val="115000"/>
              </a:lnSpc>
              <a:spcBef>
                <a:spcPts val="0"/>
              </a:spcBef>
              <a:spcAft>
                <a:spcPts val="0"/>
              </a:spcAft>
              <a:buSzPts val="2000"/>
              <a:buFont typeface="Poppins"/>
              <a:buChar char="-"/>
            </a:pPr>
            <a:r>
              <a:rPr lang="en" sz="2000">
                <a:latin typeface="Poppins"/>
                <a:ea typeface="Poppins"/>
                <a:cs typeface="Poppins"/>
                <a:sym typeface="Poppins"/>
              </a:rPr>
              <a:t>🧑🏽‍💼 Appropriate Behavior</a:t>
            </a:r>
            <a:endParaRPr sz="2000">
              <a:latin typeface="Poppins"/>
              <a:ea typeface="Poppins"/>
              <a:cs typeface="Poppins"/>
              <a:sym typeface="Poppins"/>
            </a:endParaRPr>
          </a:p>
        </p:txBody>
      </p:sp>
      <p:sp>
        <p:nvSpPr>
          <p:cNvPr id="855" name="Google Shape;855;p120"/>
          <p:cNvSpPr/>
          <p:nvPr/>
        </p:nvSpPr>
        <p:spPr>
          <a:xfrm>
            <a:off x="668600" y="4421700"/>
            <a:ext cx="4055100" cy="721800"/>
          </a:xfrm>
          <a:prstGeom prst="roundRect">
            <a:avLst>
              <a:gd fmla="val 6000" name="adj"/>
            </a:avLst>
          </a:prstGeom>
          <a:solidFill>
            <a:srgbClr val="F4CCCC"/>
          </a:solidFill>
          <a:ln cap="flat" cmpd="sng" w="127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SzPts val="1100"/>
              <a:buNone/>
            </a:pPr>
            <a:r>
              <a:rPr lang="en" sz="1100">
                <a:solidFill>
                  <a:schemeClr val="dk1"/>
                </a:solidFill>
              </a:rPr>
              <a:t>⚠️</a:t>
            </a:r>
            <a:r>
              <a:rPr b="1" lang="en" sz="1100">
                <a:solidFill>
                  <a:schemeClr val="dk1"/>
                </a:solidFill>
                <a:latin typeface="Poppins"/>
                <a:ea typeface="Poppins"/>
                <a:cs typeface="Poppins"/>
                <a:sym typeface="Poppins"/>
              </a:rPr>
              <a:t> Stepping away? </a:t>
            </a:r>
            <a:r>
              <a:rPr lang="en" sz="1100">
                <a:solidFill>
                  <a:schemeClr val="dk1"/>
                </a:solidFill>
              </a:rPr>
              <a:t>⚠️</a:t>
            </a:r>
            <a:endParaRPr b="1" sz="1100">
              <a:solidFill>
                <a:schemeClr val="dk1"/>
              </a:solidFill>
              <a:latin typeface="Poppins"/>
              <a:ea typeface="Poppins"/>
              <a:cs typeface="Poppins"/>
              <a:sym typeface="Poppins"/>
            </a:endParaRPr>
          </a:p>
          <a:p>
            <a:pPr indent="0" lvl="0" marL="0" rtl="0" algn="ctr">
              <a:spcBef>
                <a:spcPts val="0"/>
              </a:spcBef>
              <a:spcAft>
                <a:spcPts val="0"/>
              </a:spcAft>
              <a:buSzPts val="1100"/>
              <a:buNone/>
            </a:pPr>
            <a:r>
              <a:rPr b="1" lang="en" sz="1100">
                <a:solidFill>
                  <a:schemeClr val="dk1"/>
                </a:solidFill>
                <a:latin typeface="Poppins"/>
                <a:ea typeface="Poppins"/>
                <a:cs typeface="Poppins"/>
                <a:sym typeface="Poppins"/>
              </a:rPr>
              <a:t>Leave and rejoin when ready to be on camera. </a:t>
            </a:r>
            <a:endParaRPr b="1" sz="1100">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b="1" lang="en" sz="1100">
                <a:solidFill>
                  <a:schemeClr val="dk1"/>
                </a:solidFill>
                <a:latin typeface="Poppins"/>
                <a:ea typeface="Poppins"/>
                <a:cs typeface="Poppins"/>
                <a:sym typeface="Poppins"/>
              </a:rPr>
              <a:t>‼️Off camera + unresponsive may result in removal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12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61" name="Google Shape;861;p121"/>
          <p:cNvSpPr txBox="1"/>
          <p:nvPr/>
        </p:nvSpPr>
        <p:spPr>
          <a:xfrm>
            <a:off x="1007875" y="1330400"/>
            <a:ext cx="7143900" cy="110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Poppins"/>
                <a:ea typeface="Poppins"/>
                <a:cs typeface="Poppins"/>
                <a:sym typeface="Poppins"/>
              </a:rPr>
              <a:t>Add your questions to the Zoom Q&amp;A</a:t>
            </a:r>
            <a:endParaRPr b="1" sz="1800">
              <a:solidFill>
                <a:schemeClr val="dk1"/>
              </a:solidFill>
              <a:latin typeface="Poppins"/>
              <a:ea typeface="Poppins"/>
              <a:cs typeface="Poppins"/>
              <a:sym typeface="Poppins"/>
            </a:endParaRPr>
          </a:p>
          <a:p>
            <a:pPr indent="0" lvl="0" marL="0" rtl="0" algn="l">
              <a:spcBef>
                <a:spcPts val="0"/>
              </a:spcBef>
              <a:spcAft>
                <a:spcPts val="0"/>
              </a:spcAft>
              <a:buNone/>
            </a:pPr>
            <a:r>
              <a:t/>
            </a:r>
            <a:endParaRPr b="1" sz="1800">
              <a:solidFill>
                <a:schemeClr val="dk1"/>
              </a:solidFill>
              <a:latin typeface="Poppins"/>
              <a:ea typeface="Poppins"/>
              <a:cs typeface="Poppins"/>
              <a:sym typeface="Poppins"/>
            </a:endParaRPr>
          </a:p>
          <a:p>
            <a:pPr indent="-304800" lvl="0" marL="457200" rtl="0" algn="l">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Our Tech Fellow Team will add answers throughout the lesson</a:t>
            </a:r>
            <a:endParaRPr sz="1200">
              <a:solidFill>
                <a:schemeClr val="dk1"/>
              </a:solidFill>
              <a:latin typeface="Poppins"/>
              <a:ea typeface="Poppins"/>
              <a:cs typeface="Poppins"/>
              <a:sym typeface="Poppins"/>
            </a:endParaRPr>
          </a:p>
          <a:p>
            <a:pPr indent="-304800" lvl="0" marL="457200" rtl="0" algn="l">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Questions added to chat may be missed or redirected to the Q&amp;A</a:t>
            </a:r>
            <a:endParaRPr sz="1200">
              <a:solidFill>
                <a:schemeClr val="dk1"/>
              </a:solidFill>
              <a:latin typeface="Poppins"/>
              <a:ea typeface="Poppins"/>
              <a:cs typeface="Poppins"/>
              <a:sym typeface="Poppins"/>
            </a:endParaRPr>
          </a:p>
        </p:txBody>
      </p:sp>
      <p:sp>
        <p:nvSpPr>
          <p:cNvPr id="862" name="Google Shape;862;p121"/>
          <p:cNvSpPr/>
          <p:nvPr/>
        </p:nvSpPr>
        <p:spPr>
          <a:xfrm>
            <a:off x="573075" y="452874"/>
            <a:ext cx="7789500" cy="697500"/>
          </a:xfrm>
          <a:prstGeom prst="roundRect">
            <a:avLst>
              <a:gd fmla="val 14982" name="adj"/>
            </a:avLst>
          </a:prstGeom>
          <a:solidFill>
            <a:srgbClr val="1B1C5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chemeClr val="lt1"/>
                </a:solidFill>
                <a:latin typeface="Poppins"/>
                <a:ea typeface="Poppins"/>
                <a:cs typeface="Poppins"/>
                <a:sym typeface="Poppins"/>
              </a:rPr>
              <a:t>🙋	</a:t>
            </a:r>
            <a:r>
              <a:rPr b="1" lang="en" sz="2200">
                <a:solidFill>
                  <a:schemeClr val="lt1"/>
                </a:solidFill>
                <a:latin typeface="Space Mono"/>
                <a:ea typeface="Space Mono"/>
                <a:cs typeface="Space Mono"/>
                <a:sym typeface="Space Mono"/>
              </a:rPr>
              <a:t>Add your Questions to Q&amp;A!</a:t>
            </a:r>
            <a:endParaRPr b="1" sz="2200">
              <a:solidFill>
                <a:schemeClr val="lt1"/>
              </a:solidFill>
              <a:latin typeface="Space Mono"/>
              <a:ea typeface="Space Mono"/>
              <a:cs typeface="Space Mono"/>
              <a:sym typeface="Space Mono"/>
            </a:endParaRPr>
          </a:p>
        </p:txBody>
      </p:sp>
      <p:pic>
        <p:nvPicPr>
          <p:cNvPr id="863" name="Google Shape;863;p121" title="Screen Shot 2025-07-16 at 8.46.14 AM.png"/>
          <p:cNvPicPr preferRelativeResize="0"/>
          <p:nvPr/>
        </p:nvPicPr>
        <p:blipFill rotWithShape="1">
          <a:blip r:embed="rId3">
            <a:alphaModFix/>
          </a:blip>
          <a:srcRect b="0" l="23069" r="16432" t="0"/>
          <a:stretch/>
        </p:blipFill>
        <p:spPr>
          <a:xfrm>
            <a:off x="1489225" y="2634525"/>
            <a:ext cx="5347599" cy="353925"/>
          </a:xfrm>
          <a:prstGeom prst="rect">
            <a:avLst/>
          </a:prstGeom>
          <a:noFill/>
          <a:ln>
            <a:noFill/>
          </a:ln>
        </p:spPr>
      </p:pic>
      <p:sp>
        <p:nvSpPr>
          <p:cNvPr id="864" name="Google Shape;864;p121"/>
          <p:cNvSpPr/>
          <p:nvPr/>
        </p:nvSpPr>
        <p:spPr>
          <a:xfrm>
            <a:off x="5903750" y="2634488"/>
            <a:ext cx="342900" cy="3540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122"/>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870" name="Google Shape;870;p122"/>
          <p:cNvGraphicFramePr/>
          <p:nvPr/>
        </p:nvGraphicFramePr>
        <p:xfrm>
          <a:off x="451525" y="1242597"/>
          <a:ext cx="3000000" cy="3000000"/>
        </p:xfrm>
        <a:graphic>
          <a:graphicData uri="http://schemas.openxmlformats.org/drawingml/2006/table">
            <a:tbl>
              <a:tblPr>
                <a:noFill/>
                <a:tableStyleId>{8C73E4B4-A353-43E2-B139-434129C9E308}</a:tableStyleId>
              </a:tblPr>
              <a:tblGrid>
                <a:gridCol w="411100"/>
                <a:gridCol w="4569375"/>
                <a:gridCol w="1883200"/>
              </a:tblGrid>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1</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800">
                          <a:solidFill>
                            <a:schemeClr val="dk1"/>
                          </a:solidFill>
                          <a:latin typeface="Poppins"/>
                          <a:ea typeface="Poppins"/>
                          <a:cs typeface="Poppins"/>
                          <a:sym typeface="Poppins"/>
                        </a:rPr>
                        <a:t>Introduction</a:t>
                      </a:r>
                      <a:endParaRPr sz="1800">
                        <a:solidFill>
                          <a:schemeClr val="dk1"/>
                        </a:solidFill>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lang="en" sz="1800">
                          <a:solidFill>
                            <a:schemeClr val="dk1"/>
                          </a:solidFill>
                          <a:latin typeface="Poppins"/>
                          <a:ea typeface="Poppins"/>
                          <a:cs typeface="Poppins"/>
                          <a:sym typeface="Poppins"/>
                        </a:rPr>
                        <a:t>5 minutes</a:t>
                      </a:r>
                      <a:endParaRPr sz="1800">
                        <a:solidFill>
                          <a:schemeClr val="dk1"/>
                        </a:solidFill>
                        <a:latin typeface="Poppins"/>
                        <a:ea typeface="Poppins"/>
                        <a:cs typeface="Poppins"/>
                        <a:sym typeface="Poppin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2</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MVC Architecture</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10 minutes</a:t>
                      </a:r>
                      <a:endParaRPr sz="1800">
                        <a:latin typeface="Poppins"/>
                        <a:ea typeface="Poppins"/>
                        <a:cs typeface="Poppins"/>
                        <a:sym typeface="Poppin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3</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CRUD Operations</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25 minutes</a:t>
                      </a:r>
                      <a:endParaRPr sz="1800">
                        <a:latin typeface="Poppins"/>
                        <a:ea typeface="Poppins"/>
                        <a:cs typeface="Poppins"/>
                        <a:sym typeface="Poppin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4</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Designing &amp; Working with APIs</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10 minutes</a:t>
                      </a:r>
                      <a:endParaRPr sz="1800">
                        <a:latin typeface="Poppins"/>
                        <a:ea typeface="Poppins"/>
                        <a:cs typeface="Poppins"/>
                        <a:sym typeface="Poppin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5</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800">
                          <a:solidFill>
                            <a:schemeClr val="dk1"/>
                          </a:solidFill>
                          <a:latin typeface="Poppins"/>
                          <a:ea typeface="Poppins"/>
                          <a:cs typeface="Poppins"/>
                          <a:sym typeface="Poppins"/>
                        </a:rPr>
                        <a:t>Break</a:t>
                      </a:r>
                      <a:endParaRPr sz="1800">
                        <a:solidFill>
                          <a:schemeClr val="dk1"/>
                        </a:solidFill>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800">
                          <a:solidFill>
                            <a:schemeClr val="dk1"/>
                          </a:solidFill>
                          <a:latin typeface="Poppins"/>
                          <a:ea typeface="Poppins"/>
                          <a:cs typeface="Poppins"/>
                          <a:sym typeface="Poppins"/>
                        </a:rPr>
                        <a:t>5 minutes</a:t>
                      </a:r>
                      <a:endParaRPr sz="1800">
                        <a:solidFill>
                          <a:schemeClr val="dk1"/>
                        </a:solidFill>
                        <a:latin typeface="Poppins"/>
                        <a:ea typeface="Poppins"/>
                        <a:cs typeface="Poppins"/>
                        <a:sym typeface="Poppin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6</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Lab: Unearthed Pt. 3</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60 minutes</a:t>
                      </a:r>
                      <a:endParaRPr sz="1800">
                        <a:latin typeface="Poppins"/>
                        <a:ea typeface="Poppins"/>
                        <a:cs typeface="Poppins"/>
                        <a:sym typeface="Poppin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7</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Wrap Up</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5 minutes</a:t>
                      </a:r>
                      <a:endParaRPr sz="1800">
                        <a:solidFill>
                          <a:schemeClr val="dk1"/>
                        </a:solidFill>
                        <a:latin typeface="Poppins"/>
                        <a:ea typeface="Poppins"/>
                        <a:cs typeface="Poppins"/>
                        <a:sym typeface="Poppin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123"/>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a:t>
            </a:r>
            <a:endParaRPr/>
          </a:p>
        </p:txBody>
      </p:sp>
      <p:sp>
        <p:nvSpPr>
          <p:cNvPr id="876" name="Google Shape;876;p123"/>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77" name="Google Shape;877;p123"/>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700"/>
              <a:t>- </a:t>
            </a:r>
            <a:endParaRPr sz="17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24"/>
          <p:cNvSpPr txBox="1"/>
          <p:nvPr>
            <p:ph type="title"/>
          </p:nvPr>
        </p:nvSpPr>
        <p:spPr>
          <a:xfrm>
            <a:off x="884825" y="2317200"/>
            <a:ext cx="42507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MVC Architecture</a:t>
            </a:r>
            <a:endParaRPr/>
          </a:p>
        </p:txBody>
      </p:sp>
      <p:sp>
        <p:nvSpPr>
          <p:cNvPr id="883" name="Google Shape;883;p124"/>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a:t>
            </a:r>
            <a:r>
              <a:rPr lang="en"/>
              <a:t> minutes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12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MVC Architecture: Model</a:t>
            </a:r>
            <a:endParaRPr/>
          </a:p>
        </p:txBody>
      </p:sp>
      <p:sp>
        <p:nvSpPr>
          <p:cNvPr id="889" name="Google Shape;889;p125"/>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90" name="Google Shape;890;p125"/>
          <p:cNvSpPr txBox="1"/>
          <p:nvPr/>
        </p:nvSpPr>
        <p:spPr>
          <a:xfrm>
            <a:off x="791650" y="3446525"/>
            <a:ext cx="1735200" cy="6219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latin typeface="Poppins"/>
                <a:ea typeface="Poppins"/>
                <a:cs typeface="Poppins"/>
                <a:sym typeface="Poppins"/>
              </a:rPr>
              <a:t>Model</a:t>
            </a:r>
            <a:endParaRPr b="1" sz="1800">
              <a:solidFill>
                <a:srgbClr val="000000"/>
              </a:solidFill>
              <a:latin typeface="Poppins"/>
              <a:ea typeface="Poppins"/>
              <a:cs typeface="Poppins"/>
              <a:sym typeface="Poppins"/>
            </a:endParaRPr>
          </a:p>
        </p:txBody>
      </p:sp>
      <p:sp>
        <p:nvSpPr>
          <p:cNvPr id="891" name="Google Shape;891;p125"/>
          <p:cNvSpPr txBox="1"/>
          <p:nvPr/>
        </p:nvSpPr>
        <p:spPr>
          <a:xfrm>
            <a:off x="452400" y="1287425"/>
            <a:ext cx="8239200" cy="132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n" sz="2000">
                <a:latin typeface="Poppins"/>
                <a:ea typeface="Poppins"/>
                <a:cs typeface="Poppins"/>
                <a:sym typeface="Poppins"/>
              </a:rPr>
              <a:t>Model:</a:t>
            </a:r>
            <a:r>
              <a:rPr lang="en" sz="2000">
                <a:latin typeface="Poppins"/>
                <a:ea typeface="Poppins"/>
                <a:cs typeface="Poppins"/>
                <a:sym typeface="Poppins"/>
              </a:rPr>
              <a:t>  represent the data of the application and define how it should be manipulated</a:t>
            </a:r>
            <a:endParaRPr sz="2000">
              <a:latin typeface="Poppins"/>
              <a:ea typeface="Poppins"/>
              <a:cs typeface="Poppins"/>
              <a:sym typeface="Poppins"/>
            </a:endParaRPr>
          </a:p>
          <a:p>
            <a:pPr indent="-355600" lvl="0" marL="457200" rtl="0" algn="l">
              <a:lnSpc>
                <a:spcPct val="115000"/>
              </a:lnSpc>
              <a:spcBef>
                <a:spcPts val="1000"/>
              </a:spcBef>
              <a:spcAft>
                <a:spcPts val="0"/>
              </a:spcAft>
              <a:buClr>
                <a:srgbClr val="00C384"/>
              </a:buClr>
              <a:buSzPts val="2000"/>
              <a:buFont typeface="Poppins"/>
              <a:buChar char="🞸"/>
            </a:pPr>
            <a:r>
              <a:rPr lang="en" sz="2000">
                <a:latin typeface="Poppins"/>
                <a:ea typeface="Poppins"/>
                <a:cs typeface="Poppins"/>
                <a:sym typeface="Poppins"/>
              </a:rPr>
              <a:t>database tables, validation, associations</a:t>
            </a:r>
            <a:endParaRPr sz="2000">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12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MVC Architecture: View</a:t>
            </a:r>
            <a:endParaRPr/>
          </a:p>
        </p:txBody>
      </p:sp>
      <p:sp>
        <p:nvSpPr>
          <p:cNvPr id="897" name="Google Shape;897;p12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98" name="Google Shape;898;p126"/>
          <p:cNvSpPr txBox="1"/>
          <p:nvPr/>
        </p:nvSpPr>
        <p:spPr>
          <a:xfrm>
            <a:off x="791650" y="3446525"/>
            <a:ext cx="1735200" cy="6219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latin typeface="Poppins"/>
                <a:ea typeface="Poppins"/>
                <a:cs typeface="Poppins"/>
                <a:sym typeface="Poppins"/>
              </a:rPr>
              <a:t>Model</a:t>
            </a:r>
            <a:endParaRPr b="1" sz="1800">
              <a:solidFill>
                <a:srgbClr val="000000"/>
              </a:solidFill>
              <a:latin typeface="Poppins"/>
              <a:ea typeface="Poppins"/>
              <a:cs typeface="Poppins"/>
              <a:sym typeface="Poppins"/>
            </a:endParaRPr>
          </a:p>
        </p:txBody>
      </p:sp>
      <p:sp>
        <p:nvSpPr>
          <p:cNvPr id="899" name="Google Shape;899;p126"/>
          <p:cNvSpPr txBox="1"/>
          <p:nvPr/>
        </p:nvSpPr>
        <p:spPr>
          <a:xfrm>
            <a:off x="452400" y="1287425"/>
            <a:ext cx="8239200" cy="974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View:</a:t>
            </a:r>
            <a:r>
              <a:rPr lang="en" sz="2000">
                <a:latin typeface="Poppins"/>
                <a:ea typeface="Poppins"/>
                <a:cs typeface="Poppins"/>
                <a:sym typeface="Poppins"/>
              </a:rPr>
              <a:t> presents data to the user</a:t>
            </a:r>
            <a:endParaRPr sz="2000">
              <a:latin typeface="Poppins"/>
              <a:ea typeface="Poppins"/>
              <a:cs typeface="Poppins"/>
              <a:sym typeface="Poppins"/>
            </a:endParaRPr>
          </a:p>
          <a:p>
            <a:pPr indent="-355600" lvl="0" marL="457200" rtl="0" algn="l">
              <a:lnSpc>
                <a:spcPct val="115000"/>
              </a:lnSpc>
              <a:spcBef>
                <a:spcPts val="1000"/>
              </a:spcBef>
              <a:spcAft>
                <a:spcPts val="0"/>
              </a:spcAft>
              <a:buClr>
                <a:srgbClr val="00C384"/>
              </a:buClr>
              <a:buSzPts val="2000"/>
              <a:buFont typeface="Poppins"/>
              <a:buChar char="🞸"/>
            </a:pPr>
            <a:r>
              <a:rPr lang="en" sz="2000">
                <a:latin typeface="Poppins"/>
                <a:ea typeface="Poppins"/>
                <a:cs typeface="Poppins"/>
                <a:sym typeface="Poppins"/>
              </a:rPr>
              <a:t>HTML templates, CSS, JavaScript</a:t>
            </a:r>
            <a:endParaRPr sz="2000">
              <a:latin typeface="Poppins"/>
              <a:ea typeface="Poppins"/>
              <a:cs typeface="Poppins"/>
              <a:sym typeface="Poppins"/>
            </a:endParaRPr>
          </a:p>
        </p:txBody>
      </p:sp>
      <p:sp>
        <p:nvSpPr>
          <p:cNvPr id="900" name="Google Shape;900;p126"/>
          <p:cNvSpPr txBox="1"/>
          <p:nvPr/>
        </p:nvSpPr>
        <p:spPr>
          <a:xfrm>
            <a:off x="6711735" y="3446525"/>
            <a:ext cx="1735200" cy="6219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latin typeface="Poppins"/>
                <a:ea typeface="Poppins"/>
                <a:cs typeface="Poppins"/>
                <a:sym typeface="Poppins"/>
              </a:rPr>
              <a:t>View</a:t>
            </a:r>
            <a:endParaRPr b="1" sz="1800">
              <a:solidFill>
                <a:srgbClr val="000000"/>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127"/>
          <p:cNvSpPr txBox="1"/>
          <p:nvPr/>
        </p:nvSpPr>
        <p:spPr>
          <a:xfrm>
            <a:off x="452400" y="1287425"/>
            <a:ext cx="8239200" cy="974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000">
                <a:latin typeface="Poppins"/>
                <a:ea typeface="Poppins"/>
                <a:cs typeface="Poppins"/>
                <a:sym typeface="Poppins"/>
              </a:rPr>
              <a:t>Controller:</a:t>
            </a:r>
            <a:r>
              <a:rPr lang="en" sz="2000">
                <a:latin typeface="Poppins"/>
                <a:ea typeface="Poppins"/>
                <a:cs typeface="Poppins"/>
                <a:sym typeface="Poppins"/>
              </a:rPr>
              <a:t> handles user input and manages data flow</a:t>
            </a:r>
            <a:endParaRPr sz="2000">
              <a:latin typeface="Poppins"/>
              <a:ea typeface="Poppins"/>
              <a:cs typeface="Poppins"/>
              <a:sym typeface="Poppins"/>
            </a:endParaRPr>
          </a:p>
          <a:p>
            <a:pPr indent="-355600" lvl="0" marL="457200" rtl="0" algn="l">
              <a:lnSpc>
                <a:spcPct val="115000"/>
              </a:lnSpc>
              <a:spcBef>
                <a:spcPts val="1000"/>
              </a:spcBef>
              <a:spcAft>
                <a:spcPts val="0"/>
              </a:spcAft>
              <a:buClr>
                <a:srgbClr val="00C384"/>
              </a:buClr>
              <a:buSzPts val="2000"/>
              <a:buFont typeface="Poppins"/>
              <a:buChar char="🞸"/>
            </a:pPr>
            <a:r>
              <a:rPr lang="en" sz="2000">
                <a:latin typeface="Poppins"/>
                <a:ea typeface="Poppins"/>
                <a:cs typeface="Poppins"/>
                <a:sym typeface="Poppins"/>
              </a:rPr>
              <a:t>request handling, data manipulation, response generation</a:t>
            </a:r>
            <a:endParaRPr sz="2000">
              <a:latin typeface="Poppins"/>
              <a:ea typeface="Poppins"/>
              <a:cs typeface="Poppins"/>
              <a:sym typeface="Poppins"/>
            </a:endParaRPr>
          </a:p>
        </p:txBody>
      </p:sp>
      <p:sp>
        <p:nvSpPr>
          <p:cNvPr id="906" name="Google Shape;906;p127"/>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MVC Architecture: Controller</a:t>
            </a:r>
            <a:endParaRPr/>
          </a:p>
        </p:txBody>
      </p:sp>
      <p:sp>
        <p:nvSpPr>
          <p:cNvPr id="907" name="Google Shape;907;p12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08" name="Google Shape;908;p127"/>
          <p:cNvSpPr txBox="1"/>
          <p:nvPr/>
        </p:nvSpPr>
        <p:spPr>
          <a:xfrm>
            <a:off x="791650" y="3446525"/>
            <a:ext cx="1735200" cy="6219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latin typeface="Poppins"/>
                <a:ea typeface="Poppins"/>
                <a:cs typeface="Poppins"/>
                <a:sym typeface="Poppins"/>
              </a:rPr>
              <a:t>Model</a:t>
            </a:r>
            <a:endParaRPr b="1" sz="1800">
              <a:solidFill>
                <a:srgbClr val="000000"/>
              </a:solidFill>
              <a:latin typeface="Poppins"/>
              <a:ea typeface="Poppins"/>
              <a:cs typeface="Poppins"/>
              <a:sym typeface="Poppins"/>
            </a:endParaRPr>
          </a:p>
        </p:txBody>
      </p:sp>
      <p:sp>
        <p:nvSpPr>
          <p:cNvPr id="909" name="Google Shape;909;p127"/>
          <p:cNvSpPr txBox="1"/>
          <p:nvPr/>
        </p:nvSpPr>
        <p:spPr>
          <a:xfrm>
            <a:off x="3751692" y="3446525"/>
            <a:ext cx="1735200" cy="6219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latin typeface="Poppins"/>
                <a:ea typeface="Poppins"/>
                <a:cs typeface="Poppins"/>
                <a:sym typeface="Poppins"/>
              </a:rPr>
              <a:t>Controller</a:t>
            </a:r>
            <a:endParaRPr b="1" sz="1800">
              <a:solidFill>
                <a:srgbClr val="000000"/>
              </a:solidFill>
              <a:latin typeface="Poppins"/>
              <a:ea typeface="Poppins"/>
              <a:cs typeface="Poppins"/>
              <a:sym typeface="Poppins"/>
            </a:endParaRPr>
          </a:p>
        </p:txBody>
      </p:sp>
      <p:sp>
        <p:nvSpPr>
          <p:cNvPr id="910" name="Google Shape;910;p127"/>
          <p:cNvSpPr txBox="1"/>
          <p:nvPr/>
        </p:nvSpPr>
        <p:spPr>
          <a:xfrm>
            <a:off x="6711735" y="3446525"/>
            <a:ext cx="1735200" cy="6219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latin typeface="Poppins"/>
                <a:ea typeface="Poppins"/>
                <a:cs typeface="Poppins"/>
                <a:sym typeface="Poppins"/>
              </a:rPr>
              <a:t>View</a:t>
            </a:r>
            <a:endParaRPr b="1" sz="1800">
              <a:solidFill>
                <a:srgbClr val="000000"/>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12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MVC Architecture</a:t>
            </a:r>
            <a:endParaRPr/>
          </a:p>
        </p:txBody>
      </p:sp>
      <p:sp>
        <p:nvSpPr>
          <p:cNvPr id="916" name="Google Shape;916;p12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17" name="Google Shape;917;p128"/>
          <p:cNvSpPr txBox="1"/>
          <p:nvPr/>
        </p:nvSpPr>
        <p:spPr>
          <a:xfrm>
            <a:off x="3751705" y="1462350"/>
            <a:ext cx="1735200" cy="6219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latin typeface="Poppins"/>
                <a:ea typeface="Poppins"/>
                <a:cs typeface="Poppins"/>
                <a:sym typeface="Poppins"/>
              </a:rPr>
              <a:t>Browser</a:t>
            </a:r>
            <a:endParaRPr b="1" sz="1800">
              <a:solidFill>
                <a:srgbClr val="000000"/>
              </a:solidFill>
              <a:latin typeface="Poppins"/>
              <a:ea typeface="Poppins"/>
              <a:cs typeface="Poppins"/>
              <a:sym typeface="Poppins"/>
            </a:endParaRPr>
          </a:p>
        </p:txBody>
      </p:sp>
      <p:sp>
        <p:nvSpPr>
          <p:cNvPr id="918" name="Google Shape;918;p128"/>
          <p:cNvSpPr txBox="1"/>
          <p:nvPr/>
        </p:nvSpPr>
        <p:spPr>
          <a:xfrm>
            <a:off x="791650" y="3446525"/>
            <a:ext cx="1735200" cy="6219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latin typeface="Poppins"/>
                <a:ea typeface="Poppins"/>
                <a:cs typeface="Poppins"/>
                <a:sym typeface="Poppins"/>
              </a:rPr>
              <a:t>Model</a:t>
            </a:r>
            <a:endParaRPr b="1" sz="1800">
              <a:solidFill>
                <a:srgbClr val="000000"/>
              </a:solidFill>
              <a:latin typeface="Poppins"/>
              <a:ea typeface="Poppins"/>
              <a:cs typeface="Poppins"/>
              <a:sym typeface="Poppins"/>
            </a:endParaRPr>
          </a:p>
        </p:txBody>
      </p:sp>
      <p:sp>
        <p:nvSpPr>
          <p:cNvPr id="919" name="Google Shape;919;p128"/>
          <p:cNvSpPr txBox="1"/>
          <p:nvPr/>
        </p:nvSpPr>
        <p:spPr>
          <a:xfrm>
            <a:off x="3751692" y="3446525"/>
            <a:ext cx="1735200" cy="6219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latin typeface="Poppins"/>
                <a:ea typeface="Poppins"/>
                <a:cs typeface="Poppins"/>
                <a:sym typeface="Poppins"/>
              </a:rPr>
              <a:t>Controller</a:t>
            </a:r>
            <a:endParaRPr b="1" sz="1800">
              <a:solidFill>
                <a:srgbClr val="000000"/>
              </a:solidFill>
              <a:latin typeface="Poppins"/>
              <a:ea typeface="Poppins"/>
              <a:cs typeface="Poppins"/>
              <a:sym typeface="Poppins"/>
            </a:endParaRPr>
          </a:p>
        </p:txBody>
      </p:sp>
      <p:sp>
        <p:nvSpPr>
          <p:cNvPr id="920" name="Google Shape;920;p128"/>
          <p:cNvSpPr txBox="1"/>
          <p:nvPr/>
        </p:nvSpPr>
        <p:spPr>
          <a:xfrm>
            <a:off x="6711735" y="3446525"/>
            <a:ext cx="1735200" cy="6219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latin typeface="Poppins"/>
                <a:ea typeface="Poppins"/>
                <a:cs typeface="Poppins"/>
                <a:sym typeface="Poppins"/>
              </a:rPr>
              <a:t>View</a:t>
            </a:r>
            <a:endParaRPr b="1" sz="1800">
              <a:solidFill>
                <a:srgbClr val="000000"/>
              </a:solidFill>
              <a:latin typeface="Poppins"/>
              <a:ea typeface="Poppins"/>
              <a:cs typeface="Poppins"/>
              <a:sym typeface="Poppins"/>
            </a:endParaRPr>
          </a:p>
        </p:txBody>
      </p:sp>
      <p:cxnSp>
        <p:nvCxnSpPr>
          <p:cNvPr id="921" name="Google Shape;921;p128"/>
          <p:cNvCxnSpPr>
            <a:stCxn id="917" idx="2"/>
            <a:endCxn id="919" idx="0"/>
          </p:cNvCxnSpPr>
          <p:nvPr/>
        </p:nvCxnSpPr>
        <p:spPr>
          <a:xfrm>
            <a:off x="4619305" y="2084250"/>
            <a:ext cx="0" cy="1362300"/>
          </a:xfrm>
          <a:prstGeom prst="straightConnector1">
            <a:avLst/>
          </a:prstGeom>
          <a:noFill/>
          <a:ln cap="flat" cmpd="sng" w="28575">
            <a:solidFill>
              <a:schemeClr val="dk1"/>
            </a:solidFill>
            <a:prstDash val="solid"/>
            <a:round/>
            <a:headEnd len="med" w="med" type="none"/>
            <a:tailEnd len="med" w="med" type="triangle"/>
          </a:ln>
        </p:spPr>
      </p:cxnSp>
      <p:sp>
        <p:nvSpPr>
          <p:cNvPr id="922" name="Google Shape;922;p128"/>
          <p:cNvSpPr txBox="1"/>
          <p:nvPr/>
        </p:nvSpPr>
        <p:spPr>
          <a:xfrm>
            <a:off x="2526850" y="2280925"/>
            <a:ext cx="2142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Poppins"/>
                <a:ea typeface="Poppins"/>
                <a:cs typeface="Poppins"/>
                <a:sym typeface="Poppins"/>
              </a:rPr>
              <a:t>[1]</a:t>
            </a:r>
            <a:r>
              <a:rPr lang="en" sz="1600">
                <a:latin typeface="Poppins"/>
                <a:ea typeface="Poppins"/>
                <a:cs typeface="Poppins"/>
                <a:sym typeface="Poppins"/>
              </a:rPr>
              <a:t> Sends request</a:t>
            </a:r>
            <a:endParaRPr sz="1600">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2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MVC Architecture</a:t>
            </a:r>
            <a:endParaRPr/>
          </a:p>
        </p:txBody>
      </p:sp>
      <p:sp>
        <p:nvSpPr>
          <p:cNvPr id="928" name="Google Shape;928;p12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29" name="Google Shape;929;p129"/>
          <p:cNvSpPr txBox="1"/>
          <p:nvPr/>
        </p:nvSpPr>
        <p:spPr>
          <a:xfrm>
            <a:off x="3751705" y="1462350"/>
            <a:ext cx="1735200" cy="6219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latin typeface="Poppins"/>
                <a:ea typeface="Poppins"/>
                <a:cs typeface="Poppins"/>
                <a:sym typeface="Poppins"/>
              </a:rPr>
              <a:t>Browser</a:t>
            </a:r>
            <a:endParaRPr b="1" sz="1800">
              <a:solidFill>
                <a:srgbClr val="000000"/>
              </a:solidFill>
              <a:latin typeface="Poppins"/>
              <a:ea typeface="Poppins"/>
              <a:cs typeface="Poppins"/>
              <a:sym typeface="Poppins"/>
            </a:endParaRPr>
          </a:p>
        </p:txBody>
      </p:sp>
      <p:sp>
        <p:nvSpPr>
          <p:cNvPr id="930" name="Google Shape;930;p129"/>
          <p:cNvSpPr txBox="1"/>
          <p:nvPr/>
        </p:nvSpPr>
        <p:spPr>
          <a:xfrm>
            <a:off x="791650" y="3446525"/>
            <a:ext cx="1735200" cy="6219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latin typeface="Poppins"/>
                <a:ea typeface="Poppins"/>
                <a:cs typeface="Poppins"/>
                <a:sym typeface="Poppins"/>
              </a:rPr>
              <a:t>Model</a:t>
            </a:r>
            <a:endParaRPr b="1" sz="1800">
              <a:solidFill>
                <a:srgbClr val="000000"/>
              </a:solidFill>
              <a:latin typeface="Poppins"/>
              <a:ea typeface="Poppins"/>
              <a:cs typeface="Poppins"/>
              <a:sym typeface="Poppins"/>
            </a:endParaRPr>
          </a:p>
        </p:txBody>
      </p:sp>
      <p:sp>
        <p:nvSpPr>
          <p:cNvPr id="931" name="Google Shape;931;p129"/>
          <p:cNvSpPr txBox="1"/>
          <p:nvPr/>
        </p:nvSpPr>
        <p:spPr>
          <a:xfrm>
            <a:off x="3751692" y="3446525"/>
            <a:ext cx="1735200" cy="6219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latin typeface="Poppins"/>
                <a:ea typeface="Poppins"/>
                <a:cs typeface="Poppins"/>
                <a:sym typeface="Poppins"/>
              </a:rPr>
              <a:t>Controller</a:t>
            </a:r>
            <a:endParaRPr b="1" sz="1800">
              <a:solidFill>
                <a:srgbClr val="000000"/>
              </a:solidFill>
              <a:latin typeface="Poppins"/>
              <a:ea typeface="Poppins"/>
              <a:cs typeface="Poppins"/>
              <a:sym typeface="Poppins"/>
            </a:endParaRPr>
          </a:p>
        </p:txBody>
      </p:sp>
      <p:sp>
        <p:nvSpPr>
          <p:cNvPr id="932" name="Google Shape;932;p129"/>
          <p:cNvSpPr txBox="1"/>
          <p:nvPr/>
        </p:nvSpPr>
        <p:spPr>
          <a:xfrm>
            <a:off x="6711735" y="3446525"/>
            <a:ext cx="1735200" cy="6219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latin typeface="Poppins"/>
                <a:ea typeface="Poppins"/>
                <a:cs typeface="Poppins"/>
                <a:sym typeface="Poppins"/>
              </a:rPr>
              <a:t>View</a:t>
            </a:r>
            <a:endParaRPr b="1" sz="1800">
              <a:solidFill>
                <a:srgbClr val="000000"/>
              </a:solidFill>
              <a:latin typeface="Poppins"/>
              <a:ea typeface="Poppins"/>
              <a:cs typeface="Poppins"/>
              <a:sym typeface="Poppins"/>
            </a:endParaRPr>
          </a:p>
        </p:txBody>
      </p:sp>
      <p:cxnSp>
        <p:nvCxnSpPr>
          <p:cNvPr id="933" name="Google Shape;933;p129"/>
          <p:cNvCxnSpPr>
            <a:stCxn id="929" idx="2"/>
            <a:endCxn id="931" idx="0"/>
          </p:cNvCxnSpPr>
          <p:nvPr/>
        </p:nvCxnSpPr>
        <p:spPr>
          <a:xfrm>
            <a:off x="4619305" y="2084250"/>
            <a:ext cx="0" cy="1362300"/>
          </a:xfrm>
          <a:prstGeom prst="straightConnector1">
            <a:avLst/>
          </a:prstGeom>
          <a:noFill/>
          <a:ln cap="flat" cmpd="sng" w="28575">
            <a:solidFill>
              <a:schemeClr val="dk1"/>
            </a:solidFill>
            <a:prstDash val="solid"/>
            <a:round/>
            <a:headEnd len="med" w="med" type="none"/>
            <a:tailEnd len="med" w="med" type="triangle"/>
          </a:ln>
        </p:spPr>
      </p:cxnSp>
      <p:cxnSp>
        <p:nvCxnSpPr>
          <p:cNvPr id="934" name="Google Shape;934;p129"/>
          <p:cNvCxnSpPr>
            <a:stCxn id="931" idx="1"/>
            <a:endCxn id="930" idx="3"/>
          </p:cNvCxnSpPr>
          <p:nvPr/>
        </p:nvCxnSpPr>
        <p:spPr>
          <a:xfrm rot="10800000">
            <a:off x="2526792" y="3757475"/>
            <a:ext cx="1224900" cy="0"/>
          </a:xfrm>
          <a:prstGeom prst="straightConnector1">
            <a:avLst/>
          </a:prstGeom>
          <a:noFill/>
          <a:ln cap="flat" cmpd="sng" w="28575">
            <a:solidFill>
              <a:schemeClr val="dk1"/>
            </a:solidFill>
            <a:prstDash val="solid"/>
            <a:round/>
            <a:headEnd len="med" w="med" type="none"/>
            <a:tailEnd len="med" w="med" type="triangle"/>
          </a:ln>
        </p:spPr>
      </p:cxnSp>
      <p:sp>
        <p:nvSpPr>
          <p:cNvPr id="935" name="Google Shape;935;p129"/>
          <p:cNvSpPr txBox="1"/>
          <p:nvPr/>
        </p:nvSpPr>
        <p:spPr>
          <a:xfrm>
            <a:off x="2526850" y="2280925"/>
            <a:ext cx="2142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Poppins"/>
                <a:ea typeface="Poppins"/>
                <a:cs typeface="Poppins"/>
                <a:sym typeface="Poppins"/>
              </a:rPr>
              <a:t>[1]</a:t>
            </a:r>
            <a:r>
              <a:rPr lang="en" sz="1600">
                <a:latin typeface="Poppins"/>
                <a:ea typeface="Poppins"/>
                <a:cs typeface="Poppins"/>
                <a:sym typeface="Poppins"/>
              </a:rPr>
              <a:t> Sends request</a:t>
            </a:r>
            <a:endParaRPr sz="1600">
              <a:latin typeface="Poppins"/>
              <a:ea typeface="Poppins"/>
              <a:cs typeface="Poppins"/>
              <a:sym typeface="Poppins"/>
            </a:endParaRPr>
          </a:p>
        </p:txBody>
      </p:sp>
      <p:sp>
        <p:nvSpPr>
          <p:cNvPr id="936" name="Google Shape;936;p129"/>
          <p:cNvSpPr txBox="1"/>
          <p:nvPr/>
        </p:nvSpPr>
        <p:spPr>
          <a:xfrm>
            <a:off x="2068250" y="4281250"/>
            <a:ext cx="2142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Poppins"/>
                <a:ea typeface="Poppins"/>
                <a:cs typeface="Poppins"/>
                <a:sym typeface="Poppins"/>
              </a:rPr>
              <a:t>[2]</a:t>
            </a:r>
            <a:r>
              <a:rPr lang="en" sz="1600">
                <a:latin typeface="Poppins"/>
                <a:ea typeface="Poppins"/>
                <a:cs typeface="Poppins"/>
                <a:sym typeface="Poppins"/>
              </a:rPr>
              <a:t> Gathers data and updates</a:t>
            </a:r>
            <a:endParaRPr sz="1600">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p130"/>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MVC Architecture</a:t>
            </a:r>
            <a:endParaRPr/>
          </a:p>
        </p:txBody>
      </p:sp>
      <p:sp>
        <p:nvSpPr>
          <p:cNvPr id="942" name="Google Shape;942;p13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43" name="Google Shape;943;p130"/>
          <p:cNvSpPr txBox="1"/>
          <p:nvPr/>
        </p:nvSpPr>
        <p:spPr>
          <a:xfrm>
            <a:off x="3751705" y="1462350"/>
            <a:ext cx="1735200" cy="6219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latin typeface="Poppins"/>
                <a:ea typeface="Poppins"/>
                <a:cs typeface="Poppins"/>
                <a:sym typeface="Poppins"/>
              </a:rPr>
              <a:t>Browser</a:t>
            </a:r>
            <a:endParaRPr b="1" sz="1800">
              <a:solidFill>
                <a:srgbClr val="000000"/>
              </a:solidFill>
              <a:latin typeface="Poppins"/>
              <a:ea typeface="Poppins"/>
              <a:cs typeface="Poppins"/>
              <a:sym typeface="Poppins"/>
            </a:endParaRPr>
          </a:p>
        </p:txBody>
      </p:sp>
      <p:sp>
        <p:nvSpPr>
          <p:cNvPr id="944" name="Google Shape;944;p130"/>
          <p:cNvSpPr txBox="1"/>
          <p:nvPr/>
        </p:nvSpPr>
        <p:spPr>
          <a:xfrm>
            <a:off x="791650" y="3446525"/>
            <a:ext cx="1735200" cy="6219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latin typeface="Poppins"/>
                <a:ea typeface="Poppins"/>
                <a:cs typeface="Poppins"/>
                <a:sym typeface="Poppins"/>
              </a:rPr>
              <a:t>Model</a:t>
            </a:r>
            <a:endParaRPr b="1" sz="1800">
              <a:solidFill>
                <a:srgbClr val="000000"/>
              </a:solidFill>
              <a:latin typeface="Poppins"/>
              <a:ea typeface="Poppins"/>
              <a:cs typeface="Poppins"/>
              <a:sym typeface="Poppins"/>
            </a:endParaRPr>
          </a:p>
        </p:txBody>
      </p:sp>
      <p:sp>
        <p:nvSpPr>
          <p:cNvPr id="945" name="Google Shape;945;p130"/>
          <p:cNvSpPr txBox="1"/>
          <p:nvPr/>
        </p:nvSpPr>
        <p:spPr>
          <a:xfrm>
            <a:off x="3751692" y="3446525"/>
            <a:ext cx="1735200" cy="6219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latin typeface="Poppins"/>
                <a:ea typeface="Poppins"/>
                <a:cs typeface="Poppins"/>
                <a:sym typeface="Poppins"/>
              </a:rPr>
              <a:t>Controller</a:t>
            </a:r>
            <a:endParaRPr b="1" sz="1800">
              <a:solidFill>
                <a:srgbClr val="000000"/>
              </a:solidFill>
              <a:latin typeface="Poppins"/>
              <a:ea typeface="Poppins"/>
              <a:cs typeface="Poppins"/>
              <a:sym typeface="Poppins"/>
            </a:endParaRPr>
          </a:p>
        </p:txBody>
      </p:sp>
      <p:sp>
        <p:nvSpPr>
          <p:cNvPr id="946" name="Google Shape;946;p130"/>
          <p:cNvSpPr txBox="1"/>
          <p:nvPr/>
        </p:nvSpPr>
        <p:spPr>
          <a:xfrm>
            <a:off x="6711735" y="3446525"/>
            <a:ext cx="1735200" cy="6219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latin typeface="Poppins"/>
                <a:ea typeface="Poppins"/>
                <a:cs typeface="Poppins"/>
                <a:sym typeface="Poppins"/>
              </a:rPr>
              <a:t>View</a:t>
            </a:r>
            <a:endParaRPr b="1" sz="1800">
              <a:solidFill>
                <a:srgbClr val="000000"/>
              </a:solidFill>
              <a:latin typeface="Poppins"/>
              <a:ea typeface="Poppins"/>
              <a:cs typeface="Poppins"/>
              <a:sym typeface="Poppins"/>
            </a:endParaRPr>
          </a:p>
        </p:txBody>
      </p:sp>
      <p:cxnSp>
        <p:nvCxnSpPr>
          <p:cNvPr id="947" name="Google Shape;947;p130"/>
          <p:cNvCxnSpPr>
            <a:stCxn id="943" idx="2"/>
            <a:endCxn id="945" idx="0"/>
          </p:cNvCxnSpPr>
          <p:nvPr/>
        </p:nvCxnSpPr>
        <p:spPr>
          <a:xfrm>
            <a:off x="4619305" y="2084250"/>
            <a:ext cx="0" cy="1362300"/>
          </a:xfrm>
          <a:prstGeom prst="straightConnector1">
            <a:avLst/>
          </a:prstGeom>
          <a:noFill/>
          <a:ln cap="flat" cmpd="sng" w="28575">
            <a:solidFill>
              <a:schemeClr val="dk1"/>
            </a:solidFill>
            <a:prstDash val="solid"/>
            <a:round/>
            <a:headEnd len="med" w="med" type="none"/>
            <a:tailEnd len="med" w="med" type="triangle"/>
          </a:ln>
        </p:spPr>
      </p:cxnSp>
      <p:cxnSp>
        <p:nvCxnSpPr>
          <p:cNvPr id="948" name="Google Shape;948;p130"/>
          <p:cNvCxnSpPr>
            <a:stCxn id="945" idx="1"/>
            <a:endCxn id="944" idx="3"/>
          </p:cNvCxnSpPr>
          <p:nvPr/>
        </p:nvCxnSpPr>
        <p:spPr>
          <a:xfrm rot="10800000">
            <a:off x="2526792" y="3757475"/>
            <a:ext cx="1224900" cy="0"/>
          </a:xfrm>
          <a:prstGeom prst="straightConnector1">
            <a:avLst/>
          </a:prstGeom>
          <a:noFill/>
          <a:ln cap="flat" cmpd="sng" w="28575">
            <a:solidFill>
              <a:schemeClr val="dk1"/>
            </a:solidFill>
            <a:prstDash val="solid"/>
            <a:round/>
            <a:headEnd len="med" w="med" type="none"/>
            <a:tailEnd len="med" w="med" type="triangle"/>
          </a:ln>
        </p:spPr>
      </p:cxnSp>
      <p:cxnSp>
        <p:nvCxnSpPr>
          <p:cNvPr id="949" name="Google Shape;949;p130"/>
          <p:cNvCxnSpPr>
            <a:stCxn id="945" idx="3"/>
            <a:endCxn id="946" idx="1"/>
          </p:cNvCxnSpPr>
          <p:nvPr/>
        </p:nvCxnSpPr>
        <p:spPr>
          <a:xfrm>
            <a:off x="5486892" y="3757475"/>
            <a:ext cx="1224900" cy="0"/>
          </a:xfrm>
          <a:prstGeom prst="straightConnector1">
            <a:avLst/>
          </a:prstGeom>
          <a:noFill/>
          <a:ln cap="flat" cmpd="sng" w="28575">
            <a:solidFill>
              <a:schemeClr val="dk1"/>
            </a:solidFill>
            <a:prstDash val="solid"/>
            <a:round/>
            <a:headEnd len="med" w="med" type="none"/>
            <a:tailEnd len="med" w="med" type="triangle"/>
          </a:ln>
        </p:spPr>
      </p:cxnSp>
      <p:sp>
        <p:nvSpPr>
          <p:cNvPr id="950" name="Google Shape;950;p130"/>
          <p:cNvSpPr txBox="1"/>
          <p:nvPr/>
        </p:nvSpPr>
        <p:spPr>
          <a:xfrm>
            <a:off x="2526850" y="2280925"/>
            <a:ext cx="2142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Poppins"/>
                <a:ea typeface="Poppins"/>
                <a:cs typeface="Poppins"/>
                <a:sym typeface="Poppins"/>
              </a:rPr>
              <a:t>[1]</a:t>
            </a:r>
            <a:r>
              <a:rPr lang="en" sz="1600">
                <a:latin typeface="Poppins"/>
                <a:ea typeface="Poppins"/>
                <a:cs typeface="Poppins"/>
                <a:sym typeface="Poppins"/>
              </a:rPr>
              <a:t> Sends request</a:t>
            </a:r>
            <a:endParaRPr sz="1600">
              <a:latin typeface="Poppins"/>
              <a:ea typeface="Poppins"/>
              <a:cs typeface="Poppins"/>
              <a:sym typeface="Poppins"/>
            </a:endParaRPr>
          </a:p>
        </p:txBody>
      </p:sp>
      <p:sp>
        <p:nvSpPr>
          <p:cNvPr id="951" name="Google Shape;951;p130"/>
          <p:cNvSpPr txBox="1"/>
          <p:nvPr/>
        </p:nvSpPr>
        <p:spPr>
          <a:xfrm>
            <a:off x="2068250" y="4281250"/>
            <a:ext cx="2142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Poppins"/>
                <a:ea typeface="Poppins"/>
                <a:cs typeface="Poppins"/>
                <a:sym typeface="Poppins"/>
              </a:rPr>
              <a:t>[2]</a:t>
            </a:r>
            <a:r>
              <a:rPr lang="en" sz="1600">
                <a:latin typeface="Poppins"/>
                <a:ea typeface="Poppins"/>
                <a:cs typeface="Poppins"/>
                <a:sym typeface="Poppins"/>
              </a:rPr>
              <a:t> Gathers data and updates</a:t>
            </a:r>
            <a:endParaRPr sz="1600">
              <a:latin typeface="Poppins"/>
              <a:ea typeface="Poppins"/>
              <a:cs typeface="Poppins"/>
              <a:sym typeface="Poppins"/>
            </a:endParaRPr>
          </a:p>
        </p:txBody>
      </p:sp>
      <p:sp>
        <p:nvSpPr>
          <p:cNvPr id="952" name="Google Shape;952;p130"/>
          <p:cNvSpPr txBox="1"/>
          <p:nvPr/>
        </p:nvSpPr>
        <p:spPr>
          <a:xfrm>
            <a:off x="5352500" y="4281250"/>
            <a:ext cx="1493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Poppins"/>
                <a:ea typeface="Poppins"/>
                <a:cs typeface="Poppins"/>
                <a:sym typeface="Poppins"/>
              </a:rPr>
              <a:t>[3]</a:t>
            </a:r>
            <a:r>
              <a:rPr lang="en" sz="1600">
                <a:latin typeface="Poppins"/>
                <a:ea typeface="Poppins"/>
                <a:cs typeface="Poppins"/>
                <a:sym typeface="Poppins"/>
              </a:rPr>
              <a:t> Renders</a:t>
            </a:r>
            <a:endParaRPr sz="1600">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31"/>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MVC Architecture</a:t>
            </a:r>
            <a:endParaRPr/>
          </a:p>
        </p:txBody>
      </p:sp>
      <p:sp>
        <p:nvSpPr>
          <p:cNvPr id="958" name="Google Shape;958;p13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59" name="Google Shape;959;p131"/>
          <p:cNvSpPr txBox="1"/>
          <p:nvPr/>
        </p:nvSpPr>
        <p:spPr>
          <a:xfrm>
            <a:off x="3751705" y="1462350"/>
            <a:ext cx="1735200" cy="6219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latin typeface="Poppins"/>
                <a:ea typeface="Poppins"/>
                <a:cs typeface="Poppins"/>
                <a:sym typeface="Poppins"/>
              </a:rPr>
              <a:t>Browser</a:t>
            </a:r>
            <a:endParaRPr b="1" sz="1800">
              <a:solidFill>
                <a:srgbClr val="000000"/>
              </a:solidFill>
              <a:latin typeface="Poppins"/>
              <a:ea typeface="Poppins"/>
              <a:cs typeface="Poppins"/>
              <a:sym typeface="Poppins"/>
            </a:endParaRPr>
          </a:p>
        </p:txBody>
      </p:sp>
      <p:sp>
        <p:nvSpPr>
          <p:cNvPr id="960" name="Google Shape;960;p131"/>
          <p:cNvSpPr txBox="1"/>
          <p:nvPr/>
        </p:nvSpPr>
        <p:spPr>
          <a:xfrm>
            <a:off x="791650" y="3446525"/>
            <a:ext cx="1735200" cy="6219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latin typeface="Poppins"/>
                <a:ea typeface="Poppins"/>
                <a:cs typeface="Poppins"/>
                <a:sym typeface="Poppins"/>
              </a:rPr>
              <a:t>Model</a:t>
            </a:r>
            <a:endParaRPr b="1" sz="1800">
              <a:solidFill>
                <a:srgbClr val="000000"/>
              </a:solidFill>
              <a:latin typeface="Poppins"/>
              <a:ea typeface="Poppins"/>
              <a:cs typeface="Poppins"/>
              <a:sym typeface="Poppins"/>
            </a:endParaRPr>
          </a:p>
        </p:txBody>
      </p:sp>
      <p:sp>
        <p:nvSpPr>
          <p:cNvPr id="961" name="Google Shape;961;p131"/>
          <p:cNvSpPr txBox="1"/>
          <p:nvPr/>
        </p:nvSpPr>
        <p:spPr>
          <a:xfrm>
            <a:off x="3751692" y="3446525"/>
            <a:ext cx="1735200" cy="6219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latin typeface="Poppins"/>
                <a:ea typeface="Poppins"/>
                <a:cs typeface="Poppins"/>
                <a:sym typeface="Poppins"/>
              </a:rPr>
              <a:t>Controller</a:t>
            </a:r>
            <a:endParaRPr b="1" sz="1800">
              <a:solidFill>
                <a:srgbClr val="000000"/>
              </a:solidFill>
              <a:latin typeface="Poppins"/>
              <a:ea typeface="Poppins"/>
              <a:cs typeface="Poppins"/>
              <a:sym typeface="Poppins"/>
            </a:endParaRPr>
          </a:p>
        </p:txBody>
      </p:sp>
      <p:sp>
        <p:nvSpPr>
          <p:cNvPr id="962" name="Google Shape;962;p131"/>
          <p:cNvSpPr txBox="1"/>
          <p:nvPr/>
        </p:nvSpPr>
        <p:spPr>
          <a:xfrm>
            <a:off x="6711735" y="3446525"/>
            <a:ext cx="1735200" cy="6219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latin typeface="Poppins"/>
                <a:ea typeface="Poppins"/>
                <a:cs typeface="Poppins"/>
                <a:sym typeface="Poppins"/>
              </a:rPr>
              <a:t>View</a:t>
            </a:r>
            <a:endParaRPr b="1" sz="1800">
              <a:solidFill>
                <a:srgbClr val="000000"/>
              </a:solidFill>
              <a:latin typeface="Poppins"/>
              <a:ea typeface="Poppins"/>
              <a:cs typeface="Poppins"/>
              <a:sym typeface="Poppins"/>
            </a:endParaRPr>
          </a:p>
        </p:txBody>
      </p:sp>
      <p:cxnSp>
        <p:nvCxnSpPr>
          <p:cNvPr id="963" name="Google Shape;963;p131"/>
          <p:cNvCxnSpPr>
            <a:stCxn id="959" idx="2"/>
            <a:endCxn id="961" idx="0"/>
          </p:cNvCxnSpPr>
          <p:nvPr/>
        </p:nvCxnSpPr>
        <p:spPr>
          <a:xfrm>
            <a:off x="4619305" y="2084250"/>
            <a:ext cx="0" cy="1362300"/>
          </a:xfrm>
          <a:prstGeom prst="straightConnector1">
            <a:avLst/>
          </a:prstGeom>
          <a:noFill/>
          <a:ln cap="flat" cmpd="sng" w="28575">
            <a:solidFill>
              <a:schemeClr val="dk1"/>
            </a:solidFill>
            <a:prstDash val="solid"/>
            <a:round/>
            <a:headEnd len="med" w="med" type="none"/>
            <a:tailEnd len="med" w="med" type="triangle"/>
          </a:ln>
        </p:spPr>
      </p:cxnSp>
      <p:cxnSp>
        <p:nvCxnSpPr>
          <p:cNvPr id="964" name="Google Shape;964;p131"/>
          <p:cNvCxnSpPr>
            <a:stCxn id="961" idx="1"/>
            <a:endCxn id="960" idx="3"/>
          </p:cNvCxnSpPr>
          <p:nvPr/>
        </p:nvCxnSpPr>
        <p:spPr>
          <a:xfrm rot="10800000">
            <a:off x="2526792" y="3757475"/>
            <a:ext cx="1224900" cy="0"/>
          </a:xfrm>
          <a:prstGeom prst="straightConnector1">
            <a:avLst/>
          </a:prstGeom>
          <a:noFill/>
          <a:ln cap="flat" cmpd="sng" w="28575">
            <a:solidFill>
              <a:schemeClr val="dk1"/>
            </a:solidFill>
            <a:prstDash val="solid"/>
            <a:round/>
            <a:headEnd len="med" w="med" type="none"/>
            <a:tailEnd len="med" w="med" type="triangle"/>
          </a:ln>
        </p:spPr>
      </p:cxnSp>
      <p:cxnSp>
        <p:nvCxnSpPr>
          <p:cNvPr id="965" name="Google Shape;965;p131"/>
          <p:cNvCxnSpPr>
            <a:stCxn id="961" idx="3"/>
            <a:endCxn id="962" idx="1"/>
          </p:cNvCxnSpPr>
          <p:nvPr/>
        </p:nvCxnSpPr>
        <p:spPr>
          <a:xfrm>
            <a:off x="5486892" y="3757475"/>
            <a:ext cx="1224900" cy="0"/>
          </a:xfrm>
          <a:prstGeom prst="straightConnector1">
            <a:avLst/>
          </a:prstGeom>
          <a:noFill/>
          <a:ln cap="flat" cmpd="sng" w="28575">
            <a:solidFill>
              <a:schemeClr val="dk1"/>
            </a:solidFill>
            <a:prstDash val="solid"/>
            <a:round/>
            <a:headEnd len="med" w="med" type="none"/>
            <a:tailEnd len="med" w="med" type="triangle"/>
          </a:ln>
        </p:spPr>
      </p:cxnSp>
      <p:cxnSp>
        <p:nvCxnSpPr>
          <p:cNvPr id="966" name="Google Shape;966;p131"/>
          <p:cNvCxnSpPr>
            <a:stCxn id="962" idx="0"/>
            <a:endCxn id="959" idx="3"/>
          </p:cNvCxnSpPr>
          <p:nvPr/>
        </p:nvCxnSpPr>
        <p:spPr>
          <a:xfrm rot="10800000">
            <a:off x="5486835" y="1773425"/>
            <a:ext cx="2092500" cy="1673100"/>
          </a:xfrm>
          <a:prstGeom prst="straightConnector1">
            <a:avLst/>
          </a:prstGeom>
          <a:noFill/>
          <a:ln cap="flat" cmpd="sng" w="28575">
            <a:solidFill>
              <a:schemeClr val="dk1"/>
            </a:solidFill>
            <a:prstDash val="solid"/>
            <a:round/>
            <a:headEnd len="med" w="med" type="none"/>
            <a:tailEnd len="med" w="med" type="triangle"/>
          </a:ln>
        </p:spPr>
      </p:cxnSp>
      <p:sp>
        <p:nvSpPr>
          <p:cNvPr id="967" name="Google Shape;967;p131"/>
          <p:cNvSpPr txBox="1"/>
          <p:nvPr/>
        </p:nvSpPr>
        <p:spPr>
          <a:xfrm>
            <a:off x="2526850" y="2280925"/>
            <a:ext cx="2142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Poppins"/>
                <a:ea typeface="Poppins"/>
                <a:cs typeface="Poppins"/>
                <a:sym typeface="Poppins"/>
              </a:rPr>
              <a:t>[1]</a:t>
            </a:r>
            <a:r>
              <a:rPr lang="en" sz="1600">
                <a:latin typeface="Poppins"/>
                <a:ea typeface="Poppins"/>
                <a:cs typeface="Poppins"/>
                <a:sym typeface="Poppins"/>
              </a:rPr>
              <a:t> Sends request</a:t>
            </a:r>
            <a:endParaRPr sz="1600">
              <a:latin typeface="Poppins"/>
              <a:ea typeface="Poppins"/>
              <a:cs typeface="Poppins"/>
              <a:sym typeface="Poppins"/>
            </a:endParaRPr>
          </a:p>
        </p:txBody>
      </p:sp>
      <p:sp>
        <p:nvSpPr>
          <p:cNvPr id="968" name="Google Shape;968;p131"/>
          <p:cNvSpPr txBox="1"/>
          <p:nvPr/>
        </p:nvSpPr>
        <p:spPr>
          <a:xfrm>
            <a:off x="2068250" y="4281250"/>
            <a:ext cx="2142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Poppins"/>
                <a:ea typeface="Poppins"/>
                <a:cs typeface="Poppins"/>
                <a:sym typeface="Poppins"/>
              </a:rPr>
              <a:t>[2]</a:t>
            </a:r>
            <a:r>
              <a:rPr lang="en" sz="1600">
                <a:latin typeface="Poppins"/>
                <a:ea typeface="Poppins"/>
                <a:cs typeface="Poppins"/>
                <a:sym typeface="Poppins"/>
              </a:rPr>
              <a:t> Gathers data and updates</a:t>
            </a:r>
            <a:endParaRPr sz="1600">
              <a:latin typeface="Poppins"/>
              <a:ea typeface="Poppins"/>
              <a:cs typeface="Poppins"/>
              <a:sym typeface="Poppins"/>
            </a:endParaRPr>
          </a:p>
        </p:txBody>
      </p:sp>
      <p:sp>
        <p:nvSpPr>
          <p:cNvPr id="969" name="Google Shape;969;p131"/>
          <p:cNvSpPr txBox="1"/>
          <p:nvPr/>
        </p:nvSpPr>
        <p:spPr>
          <a:xfrm>
            <a:off x="5352500" y="4281250"/>
            <a:ext cx="1493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Poppins"/>
                <a:ea typeface="Poppins"/>
                <a:cs typeface="Poppins"/>
                <a:sym typeface="Poppins"/>
              </a:rPr>
              <a:t>[3]</a:t>
            </a:r>
            <a:r>
              <a:rPr lang="en" sz="1600">
                <a:latin typeface="Poppins"/>
                <a:ea typeface="Poppins"/>
                <a:cs typeface="Poppins"/>
                <a:sym typeface="Poppins"/>
              </a:rPr>
              <a:t> Renders</a:t>
            </a:r>
            <a:endParaRPr sz="1600">
              <a:latin typeface="Poppins"/>
              <a:ea typeface="Poppins"/>
              <a:cs typeface="Poppins"/>
              <a:sym typeface="Poppins"/>
            </a:endParaRPr>
          </a:p>
        </p:txBody>
      </p:sp>
      <p:sp>
        <p:nvSpPr>
          <p:cNvPr id="970" name="Google Shape;970;p131"/>
          <p:cNvSpPr txBox="1"/>
          <p:nvPr/>
        </p:nvSpPr>
        <p:spPr>
          <a:xfrm>
            <a:off x="6461350" y="2084250"/>
            <a:ext cx="2409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Poppins"/>
                <a:ea typeface="Poppins"/>
                <a:cs typeface="Poppins"/>
                <a:sym typeface="Poppins"/>
              </a:rPr>
              <a:t>[4]</a:t>
            </a:r>
            <a:r>
              <a:rPr lang="en" sz="1600">
                <a:latin typeface="Poppins"/>
                <a:ea typeface="Poppins"/>
                <a:cs typeface="Poppins"/>
                <a:sym typeface="Poppins"/>
              </a:rPr>
              <a:t> Results sent back</a:t>
            </a:r>
            <a:endParaRPr sz="1600">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132"/>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76" name="Google Shape;976;p132"/>
          <p:cNvSpPr/>
          <p:nvPr/>
        </p:nvSpPr>
        <p:spPr>
          <a:xfrm>
            <a:off x="776700" y="1435500"/>
            <a:ext cx="7590600" cy="29658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132"/>
          <p:cNvSpPr txBox="1"/>
          <p:nvPr>
            <p:ph idx="4294967295" type="subTitle"/>
          </p:nvPr>
        </p:nvSpPr>
        <p:spPr>
          <a:xfrm>
            <a:off x="905220" y="1562700"/>
            <a:ext cx="7333800" cy="2696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i="1" lang="en" sz="1600">
                <a:solidFill>
                  <a:srgbClr val="0000FF"/>
                </a:solidFill>
                <a:latin typeface="Consolas"/>
                <a:ea typeface="Consolas"/>
                <a:cs typeface="Consolas"/>
                <a:sym typeface="Consolas"/>
              </a:rPr>
              <a:t>const</a:t>
            </a:r>
            <a:r>
              <a:rPr lang="en" sz="1600">
                <a:solidFill>
                  <a:schemeClr val="dk1"/>
                </a:solidFill>
                <a:latin typeface="Consolas"/>
                <a:ea typeface="Consolas"/>
                <a:cs typeface="Consolas"/>
                <a:sym typeface="Consolas"/>
              </a:rPr>
              <a:t> getPosts = </a:t>
            </a:r>
            <a:r>
              <a:rPr i="1" lang="en" sz="1600">
                <a:solidFill>
                  <a:srgbClr val="0000FF"/>
                </a:solidFill>
                <a:latin typeface="Consolas"/>
                <a:ea typeface="Consolas"/>
                <a:cs typeface="Consolas"/>
                <a:sym typeface="Consolas"/>
              </a:rPr>
              <a:t>async</a:t>
            </a:r>
            <a:r>
              <a:rPr lang="en" sz="1600">
                <a:solidFill>
                  <a:schemeClr val="dk1"/>
                </a:solidFill>
                <a:latin typeface="Consolas"/>
                <a:ea typeface="Consolas"/>
                <a:cs typeface="Consolas"/>
                <a:sym typeface="Consolas"/>
              </a:rPr>
              <a:t> (</a:t>
            </a:r>
            <a:r>
              <a:rPr lang="en" sz="1600">
                <a:solidFill>
                  <a:srgbClr val="808080"/>
                </a:solidFill>
                <a:latin typeface="Consolas"/>
                <a:ea typeface="Consolas"/>
                <a:cs typeface="Consolas"/>
                <a:sym typeface="Consolas"/>
              </a:rPr>
              <a:t>req</a:t>
            </a:r>
            <a:r>
              <a:rPr lang="en" sz="1600">
                <a:solidFill>
                  <a:schemeClr val="dk1"/>
                </a:solidFill>
                <a:latin typeface="Consolas"/>
                <a:ea typeface="Consolas"/>
                <a:cs typeface="Consolas"/>
                <a:sym typeface="Consolas"/>
              </a:rPr>
              <a:t>, </a:t>
            </a:r>
            <a:r>
              <a:rPr lang="en" sz="1600">
                <a:solidFill>
                  <a:srgbClr val="808080"/>
                </a:solidFill>
                <a:latin typeface="Consolas"/>
                <a:ea typeface="Consolas"/>
                <a:cs typeface="Consolas"/>
                <a:sym typeface="Consolas"/>
              </a:rPr>
              <a:t>res</a:t>
            </a:r>
            <a:r>
              <a:rPr lang="en" sz="1600">
                <a:solidFill>
                  <a:schemeClr val="dk1"/>
                </a:solidFill>
                <a:latin typeface="Consolas"/>
                <a:ea typeface="Consolas"/>
                <a:cs typeface="Consolas"/>
                <a:sym typeface="Consolas"/>
              </a:rPr>
              <a:t>) </a:t>
            </a:r>
            <a:r>
              <a:rPr lang="en" sz="1600">
                <a:solidFill>
                  <a:srgbClr val="0000FF"/>
                </a:solidFill>
                <a:latin typeface="Consolas"/>
                <a:ea typeface="Consolas"/>
                <a:cs typeface="Consolas"/>
                <a:sym typeface="Consolas"/>
              </a:rPr>
              <a:t>=&gt;</a:t>
            </a:r>
            <a:r>
              <a:rPr lang="en" sz="1600">
                <a:solidFill>
                  <a:schemeClr val="dk1"/>
                </a:solidFill>
                <a:latin typeface="Consolas"/>
                <a:ea typeface="Consolas"/>
                <a:cs typeface="Consolas"/>
                <a:sym typeface="Consolas"/>
              </a:rPr>
              <a:t> {</a:t>
            </a:r>
            <a:endParaRPr sz="16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600">
                <a:solidFill>
                  <a:schemeClr val="dk1"/>
                </a:solidFill>
                <a:latin typeface="Consolas"/>
                <a:ea typeface="Consolas"/>
                <a:cs typeface="Consolas"/>
                <a:sym typeface="Consolas"/>
              </a:rPr>
              <a:t>    </a:t>
            </a:r>
            <a:r>
              <a:rPr i="1" lang="en" sz="1600">
                <a:solidFill>
                  <a:srgbClr val="0000FF"/>
                </a:solidFill>
                <a:latin typeface="Consolas"/>
                <a:ea typeface="Consolas"/>
                <a:cs typeface="Consolas"/>
                <a:sym typeface="Consolas"/>
              </a:rPr>
              <a:t>try</a:t>
            </a:r>
            <a:r>
              <a:rPr lang="en" sz="1600">
                <a:solidFill>
                  <a:schemeClr val="dk1"/>
                </a:solidFill>
                <a:latin typeface="Consolas"/>
                <a:ea typeface="Consolas"/>
                <a:cs typeface="Consolas"/>
                <a:sym typeface="Consolas"/>
              </a:rPr>
              <a:t> {</a:t>
            </a:r>
            <a:endParaRPr sz="16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600">
                <a:solidFill>
                  <a:schemeClr val="dk1"/>
                </a:solidFill>
                <a:latin typeface="Consolas"/>
                <a:ea typeface="Consolas"/>
                <a:cs typeface="Consolas"/>
                <a:sym typeface="Consolas"/>
              </a:rPr>
              <a:t>        </a:t>
            </a:r>
            <a:r>
              <a:rPr i="1" lang="en" sz="1600">
                <a:solidFill>
                  <a:srgbClr val="0000FF"/>
                </a:solidFill>
                <a:latin typeface="Consolas"/>
                <a:ea typeface="Consolas"/>
                <a:cs typeface="Consolas"/>
                <a:sym typeface="Consolas"/>
              </a:rPr>
              <a:t>const</a:t>
            </a:r>
            <a:r>
              <a:rPr lang="en" sz="1600">
                <a:solidFill>
                  <a:schemeClr val="dk1"/>
                </a:solidFill>
                <a:latin typeface="Consolas"/>
                <a:ea typeface="Consolas"/>
                <a:cs typeface="Consolas"/>
                <a:sym typeface="Consolas"/>
              </a:rPr>
              <a:t> results = </a:t>
            </a:r>
            <a:r>
              <a:rPr i="1" lang="en" sz="1600">
                <a:solidFill>
                  <a:srgbClr val="0000FF"/>
                </a:solidFill>
                <a:latin typeface="Consolas"/>
                <a:ea typeface="Consolas"/>
                <a:cs typeface="Consolas"/>
                <a:sym typeface="Consolas"/>
              </a:rPr>
              <a:t>await</a:t>
            </a:r>
            <a:r>
              <a:rPr lang="en" sz="1600">
                <a:solidFill>
                  <a:schemeClr val="dk1"/>
                </a:solidFill>
                <a:latin typeface="Consolas"/>
                <a:ea typeface="Consolas"/>
                <a:cs typeface="Consolas"/>
                <a:sym typeface="Consolas"/>
              </a:rPr>
              <a:t> pool.query(</a:t>
            </a:r>
            <a:r>
              <a:rPr lang="en" sz="1600">
                <a:solidFill>
                  <a:srgbClr val="A31515"/>
                </a:solidFill>
                <a:latin typeface="Consolas"/>
                <a:ea typeface="Consolas"/>
                <a:cs typeface="Consolas"/>
                <a:sym typeface="Consolas"/>
              </a:rPr>
              <a:t>'SELECT * FROM posts'</a:t>
            </a:r>
            <a:r>
              <a:rPr lang="en" sz="1600">
                <a:solidFill>
                  <a:schemeClr val="dk1"/>
                </a:solidFill>
                <a:latin typeface="Consolas"/>
                <a:ea typeface="Consolas"/>
                <a:cs typeface="Consolas"/>
                <a:sym typeface="Consolas"/>
              </a:rPr>
              <a:t>)</a:t>
            </a:r>
            <a:endParaRPr sz="16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600">
                <a:solidFill>
                  <a:schemeClr val="dk1"/>
                </a:solidFill>
                <a:latin typeface="Consolas"/>
                <a:ea typeface="Consolas"/>
                <a:cs typeface="Consolas"/>
                <a:sym typeface="Consolas"/>
              </a:rPr>
              <a:t>        </a:t>
            </a:r>
            <a:r>
              <a:rPr lang="en" sz="1600">
                <a:solidFill>
                  <a:srgbClr val="808080"/>
                </a:solidFill>
                <a:latin typeface="Consolas"/>
                <a:ea typeface="Consolas"/>
                <a:cs typeface="Consolas"/>
                <a:sym typeface="Consolas"/>
              </a:rPr>
              <a:t>res</a:t>
            </a:r>
            <a:r>
              <a:rPr lang="en" sz="1600">
                <a:solidFill>
                  <a:schemeClr val="dk1"/>
                </a:solidFill>
                <a:latin typeface="Consolas"/>
                <a:ea typeface="Consolas"/>
                <a:cs typeface="Consolas"/>
                <a:sym typeface="Consolas"/>
              </a:rPr>
              <a:t>.status(</a:t>
            </a:r>
            <a:r>
              <a:rPr lang="en" sz="1600">
                <a:solidFill>
                  <a:srgbClr val="098658"/>
                </a:solidFill>
                <a:latin typeface="Consolas"/>
                <a:ea typeface="Consolas"/>
                <a:cs typeface="Consolas"/>
                <a:sym typeface="Consolas"/>
              </a:rPr>
              <a:t>200</a:t>
            </a:r>
            <a:r>
              <a:rPr lang="en" sz="1600">
                <a:solidFill>
                  <a:schemeClr val="dk1"/>
                </a:solidFill>
                <a:latin typeface="Consolas"/>
                <a:ea typeface="Consolas"/>
                <a:cs typeface="Consolas"/>
                <a:sym typeface="Consolas"/>
              </a:rPr>
              <a:t>).json(results.rows)</a:t>
            </a:r>
            <a:endParaRPr sz="16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600">
                <a:solidFill>
                  <a:schemeClr val="dk1"/>
                </a:solidFill>
                <a:latin typeface="Consolas"/>
                <a:ea typeface="Consolas"/>
                <a:cs typeface="Consolas"/>
                <a:sym typeface="Consolas"/>
              </a:rPr>
              <a:t>    } </a:t>
            </a:r>
            <a:r>
              <a:rPr i="1" lang="en" sz="1600">
                <a:solidFill>
                  <a:srgbClr val="0000FF"/>
                </a:solidFill>
                <a:latin typeface="Consolas"/>
                <a:ea typeface="Consolas"/>
                <a:cs typeface="Consolas"/>
                <a:sym typeface="Consolas"/>
              </a:rPr>
              <a:t>catch</a:t>
            </a:r>
            <a:r>
              <a:rPr lang="en" sz="1600">
                <a:solidFill>
                  <a:schemeClr val="dk1"/>
                </a:solidFill>
                <a:latin typeface="Consolas"/>
                <a:ea typeface="Consolas"/>
                <a:cs typeface="Consolas"/>
                <a:sym typeface="Consolas"/>
              </a:rPr>
              <a:t> (err) {</a:t>
            </a:r>
            <a:endParaRPr sz="16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600">
                <a:solidFill>
                  <a:schemeClr val="dk1"/>
                </a:solidFill>
                <a:latin typeface="Consolas"/>
                <a:ea typeface="Consolas"/>
                <a:cs typeface="Consolas"/>
                <a:sym typeface="Consolas"/>
              </a:rPr>
              <a:t>        console.error(err.message)</a:t>
            </a:r>
            <a:endParaRPr sz="16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600">
                <a:solidFill>
                  <a:schemeClr val="dk1"/>
                </a:solidFill>
                <a:latin typeface="Consolas"/>
                <a:ea typeface="Consolas"/>
                <a:cs typeface="Consolas"/>
                <a:sym typeface="Consolas"/>
              </a:rPr>
              <a:t>        </a:t>
            </a:r>
            <a:r>
              <a:rPr lang="en" sz="1600">
                <a:solidFill>
                  <a:srgbClr val="808080"/>
                </a:solidFill>
                <a:latin typeface="Consolas"/>
                <a:ea typeface="Consolas"/>
                <a:cs typeface="Consolas"/>
                <a:sym typeface="Consolas"/>
              </a:rPr>
              <a:t>res</a:t>
            </a:r>
            <a:r>
              <a:rPr lang="en" sz="1600">
                <a:solidFill>
                  <a:schemeClr val="dk1"/>
                </a:solidFill>
                <a:latin typeface="Consolas"/>
                <a:ea typeface="Consolas"/>
                <a:cs typeface="Consolas"/>
                <a:sym typeface="Consolas"/>
              </a:rPr>
              <a:t>.status(</a:t>
            </a:r>
            <a:r>
              <a:rPr lang="en" sz="1600">
                <a:solidFill>
                  <a:srgbClr val="098658"/>
                </a:solidFill>
                <a:latin typeface="Consolas"/>
                <a:ea typeface="Consolas"/>
                <a:cs typeface="Consolas"/>
                <a:sym typeface="Consolas"/>
              </a:rPr>
              <a:t>500</a:t>
            </a:r>
            <a:r>
              <a:rPr lang="en" sz="1600">
                <a:solidFill>
                  <a:schemeClr val="dk1"/>
                </a:solidFill>
                <a:latin typeface="Consolas"/>
                <a:ea typeface="Consolas"/>
                <a:cs typeface="Consolas"/>
                <a:sym typeface="Consolas"/>
              </a:rPr>
              <a:t>).json( { error: </a:t>
            </a:r>
            <a:r>
              <a:rPr lang="en" sz="1600">
                <a:solidFill>
                  <a:srgbClr val="A31515"/>
                </a:solidFill>
                <a:latin typeface="Consolas"/>
                <a:ea typeface="Consolas"/>
                <a:cs typeface="Consolas"/>
                <a:sym typeface="Consolas"/>
              </a:rPr>
              <a:t>'Server error'</a:t>
            </a:r>
            <a:r>
              <a:rPr lang="en" sz="1600">
                <a:solidFill>
                  <a:schemeClr val="dk1"/>
                </a:solidFill>
                <a:latin typeface="Consolas"/>
                <a:ea typeface="Consolas"/>
                <a:cs typeface="Consolas"/>
                <a:sym typeface="Consolas"/>
              </a:rPr>
              <a:t> } )</a:t>
            </a:r>
            <a:endParaRPr sz="16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600">
                <a:solidFill>
                  <a:schemeClr val="dk1"/>
                </a:solidFill>
                <a:latin typeface="Consolas"/>
                <a:ea typeface="Consolas"/>
                <a:cs typeface="Consolas"/>
                <a:sym typeface="Consolas"/>
              </a:rPr>
              <a:t>    }</a:t>
            </a:r>
            <a:endParaRPr sz="16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600">
                <a:solidFill>
                  <a:schemeClr val="dk1"/>
                </a:solidFill>
                <a:latin typeface="Consolas"/>
                <a:ea typeface="Consolas"/>
                <a:cs typeface="Consolas"/>
                <a:sym typeface="Consolas"/>
              </a:rPr>
              <a:t>}</a:t>
            </a:r>
            <a:endParaRPr sz="1600"/>
          </a:p>
        </p:txBody>
      </p:sp>
      <p:sp>
        <p:nvSpPr>
          <p:cNvPr id="978" name="Google Shape;978;p132"/>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View Controller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133"/>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2 minutes</a:t>
            </a:r>
            <a:endParaRPr/>
          </a:p>
        </p:txBody>
      </p:sp>
      <p:sp>
        <p:nvSpPr>
          <p:cNvPr id="984" name="Google Shape;984;p133"/>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85" name="Google Shape;985;p133"/>
          <p:cNvSpPr txBox="1"/>
          <p:nvPr>
            <p:ph idx="2" type="body"/>
          </p:nvPr>
        </p:nvSpPr>
        <p:spPr>
          <a:xfrm>
            <a:off x="452400" y="1260488"/>
            <a:ext cx="8239200" cy="186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a blog application using the MVC architecture, you want to </a:t>
            </a:r>
            <a:r>
              <a:rPr b="1" lang="en"/>
              <a:t>add a new feature</a:t>
            </a:r>
            <a:r>
              <a:rPr lang="en"/>
              <a:t> that allows users to </a:t>
            </a:r>
            <a:r>
              <a:rPr b="1" lang="en"/>
              <a:t>switch between a list view</a:t>
            </a:r>
            <a:r>
              <a:rPr lang="en"/>
              <a:t> and </a:t>
            </a:r>
            <a:r>
              <a:rPr b="1" lang="en"/>
              <a:t>a grid view</a:t>
            </a:r>
            <a:r>
              <a:rPr lang="en"/>
              <a:t> for displaying blog posts.</a:t>
            </a:r>
            <a:endParaRPr/>
          </a:p>
          <a:p>
            <a:pPr indent="0" lvl="0" marL="0" rtl="0" algn="l">
              <a:spcBef>
                <a:spcPts val="1000"/>
              </a:spcBef>
              <a:spcAft>
                <a:spcPts val="1000"/>
              </a:spcAft>
              <a:buNone/>
            </a:pPr>
            <a:r>
              <a:rPr b="1" lang="en"/>
              <a:t>Which components of the MVC architecture would likely be involved in implementing this feature, and why?</a:t>
            </a:r>
            <a:endParaRPr b="1"/>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134"/>
          <p:cNvSpPr txBox="1"/>
          <p:nvPr>
            <p:ph type="title"/>
          </p:nvPr>
        </p:nvSpPr>
        <p:spPr>
          <a:xfrm>
            <a:off x="884825" y="2317200"/>
            <a:ext cx="57078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CRUD Operations</a:t>
            </a:r>
            <a:endParaRPr/>
          </a:p>
        </p:txBody>
      </p:sp>
      <p:sp>
        <p:nvSpPr>
          <p:cNvPr id="991" name="Google Shape;991;p134"/>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25</a:t>
            </a:r>
            <a:r>
              <a:rPr lang="en"/>
              <a:t> minutes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p13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What's</a:t>
            </a:r>
            <a:r>
              <a:rPr lang="en"/>
              <a:t>...CRUD?</a:t>
            </a:r>
            <a:endParaRPr/>
          </a:p>
        </p:txBody>
      </p:sp>
      <p:sp>
        <p:nvSpPr>
          <p:cNvPr id="997" name="Google Shape;997;p13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CRUD stands for</a:t>
            </a:r>
            <a:endParaRPr/>
          </a:p>
          <a:p>
            <a:pPr indent="-342900" lvl="0" marL="457200" rtl="0" algn="l">
              <a:spcBef>
                <a:spcPts val="1000"/>
              </a:spcBef>
              <a:spcAft>
                <a:spcPts val="0"/>
              </a:spcAft>
              <a:buSzPts val="1800"/>
              <a:buChar char="✱"/>
            </a:pPr>
            <a:r>
              <a:rPr b="1" lang="en"/>
              <a:t>C</a:t>
            </a:r>
            <a:r>
              <a:rPr lang="en"/>
              <a:t>reate</a:t>
            </a:r>
            <a:endParaRPr/>
          </a:p>
          <a:p>
            <a:pPr indent="-342900" lvl="0" marL="457200" rtl="0" algn="l">
              <a:spcBef>
                <a:spcPts val="1000"/>
              </a:spcBef>
              <a:spcAft>
                <a:spcPts val="0"/>
              </a:spcAft>
              <a:buSzPts val="1800"/>
              <a:buChar char="✱"/>
            </a:pPr>
            <a:r>
              <a:rPr b="1" lang="en"/>
              <a:t>R</a:t>
            </a:r>
            <a:r>
              <a:rPr lang="en"/>
              <a:t>ead</a:t>
            </a:r>
            <a:endParaRPr/>
          </a:p>
          <a:p>
            <a:pPr indent="-342900" lvl="0" marL="457200" rtl="0" algn="l">
              <a:spcBef>
                <a:spcPts val="1000"/>
              </a:spcBef>
              <a:spcAft>
                <a:spcPts val="0"/>
              </a:spcAft>
              <a:buSzPts val="1800"/>
              <a:buChar char="✱"/>
            </a:pPr>
            <a:r>
              <a:rPr b="1" lang="en"/>
              <a:t>U</a:t>
            </a:r>
            <a:r>
              <a:rPr lang="en"/>
              <a:t>pdate</a:t>
            </a:r>
            <a:endParaRPr/>
          </a:p>
          <a:p>
            <a:pPr indent="-342900" lvl="0" marL="457200" rtl="0" algn="l">
              <a:spcBef>
                <a:spcPts val="1000"/>
              </a:spcBef>
              <a:spcAft>
                <a:spcPts val="0"/>
              </a:spcAft>
              <a:buSzPts val="1800"/>
              <a:buChar char="✱"/>
            </a:pPr>
            <a:r>
              <a:rPr b="1" lang="en"/>
              <a:t>D</a:t>
            </a:r>
            <a:r>
              <a:rPr lang="en"/>
              <a:t>elete</a:t>
            </a:r>
            <a:endParaRPr/>
          </a:p>
          <a:p>
            <a:pPr indent="0" lvl="0" marL="0" rtl="0" algn="l">
              <a:spcBef>
                <a:spcPts val="1000"/>
              </a:spcBef>
              <a:spcAft>
                <a:spcPts val="0"/>
              </a:spcAft>
              <a:buNone/>
            </a:pPr>
            <a:r>
              <a:t/>
            </a:r>
            <a:endParaRPr/>
          </a:p>
          <a:p>
            <a:pPr indent="0" lvl="0" marL="0" rtl="0" algn="ctr">
              <a:spcBef>
                <a:spcPts val="1000"/>
              </a:spcBef>
              <a:spcAft>
                <a:spcPts val="1000"/>
              </a:spcAft>
              <a:buNone/>
            </a:pPr>
            <a:r>
              <a:rPr lang="en"/>
              <a:t>This forms the foundation of data manipulation in web apps.</a:t>
            </a:r>
            <a:endParaRPr/>
          </a:p>
        </p:txBody>
      </p:sp>
      <p:sp>
        <p:nvSpPr>
          <p:cNvPr id="998" name="Google Shape;998;p135"/>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99" name="Google Shape;999;p135"/>
          <p:cNvSpPr txBox="1"/>
          <p:nvPr/>
        </p:nvSpPr>
        <p:spPr>
          <a:xfrm>
            <a:off x="3203003" y="1431600"/>
            <a:ext cx="5488500" cy="621900"/>
          </a:xfrm>
          <a:prstGeom prst="rect">
            <a:avLst/>
          </a:prstGeom>
          <a:solidFill>
            <a:srgbClr val="6EC396"/>
          </a:solidFill>
          <a:ln cap="flat" cmpd="sng" w="152400">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solidFill>
                  <a:schemeClr val="lt1"/>
                </a:solidFill>
                <a:latin typeface="Poppins"/>
                <a:ea typeface="Poppins"/>
                <a:cs typeface="Poppins"/>
                <a:sym typeface="Poppins"/>
              </a:rPr>
              <a:t>Database</a:t>
            </a:r>
            <a:endParaRPr b="1" sz="1800">
              <a:solidFill>
                <a:schemeClr val="lt1"/>
              </a:solidFill>
              <a:latin typeface="Poppins"/>
              <a:ea typeface="Poppins"/>
              <a:cs typeface="Poppins"/>
              <a:sym typeface="Poppins"/>
            </a:endParaRPr>
          </a:p>
        </p:txBody>
      </p:sp>
      <p:sp>
        <p:nvSpPr>
          <p:cNvPr id="1000" name="Google Shape;1000;p135"/>
          <p:cNvSpPr txBox="1"/>
          <p:nvPr/>
        </p:nvSpPr>
        <p:spPr>
          <a:xfrm>
            <a:off x="3203000" y="2608700"/>
            <a:ext cx="1167000" cy="6219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latin typeface="Poppins"/>
                <a:ea typeface="Poppins"/>
                <a:cs typeface="Poppins"/>
                <a:sym typeface="Poppins"/>
              </a:rPr>
              <a:t>Create</a:t>
            </a:r>
            <a:endParaRPr b="1" sz="1800">
              <a:solidFill>
                <a:srgbClr val="000000"/>
              </a:solidFill>
              <a:latin typeface="Poppins"/>
              <a:ea typeface="Poppins"/>
              <a:cs typeface="Poppins"/>
              <a:sym typeface="Poppins"/>
            </a:endParaRPr>
          </a:p>
        </p:txBody>
      </p:sp>
      <p:sp>
        <p:nvSpPr>
          <p:cNvPr id="1001" name="Google Shape;1001;p135"/>
          <p:cNvSpPr txBox="1"/>
          <p:nvPr/>
        </p:nvSpPr>
        <p:spPr>
          <a:xfrm>
            <a:off x="4643536" y="2608700"/>
            <a:ext cx="1167000" cy="6219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latin typeface="Poppins"/>
                <a:ea typeface="Poppins"/>
                <a:cs typeface="Poppins"/>
                <a:sym typeface="Poppins"/>
              </a:rPr>
              <a:t>Read</a:t>
            </a:r>
            <a:endParaRPr b="1" sz="1800">
              <a:solidFill>
                <a:srgbClr val="000000"/>
              </a:solidFill>
              <a:latin typeface="Poppins"/>
              <a:ea typeface="Poppins"/>
              <a:cs typeface="Poppins"/>
              <a:sym typeface="Poppins"/>
            </a:endParaRPr>
          </a:p>
        </p:txBody>
      </p:sp>
      <p:sp>
        <p:nvSpPr>
          <p:cNvPr id="1002" name="Google Shape;1002;p135"/>
          <p:cNvSpPr txBox="1"/>
          <p:nvPr/>
        </p:nvSpPr>
        <p:spPr>
          <a:xfrm>
            <a:off x="6084072" y="2608700"/>
            <a:ext cx="1167000" cy="6219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latin typeface="Poppins"/>
                <a:ea typeface="Poppins"/>
                <a:cs typeface="Poppins"/>
                <a:sym typeface="Poppins"/>
              </a:rPr>
              <a:t>Update</a:t>
            </a:r>
            <a:endParaRPr b="1" sz="1800">
              <a:solidFill>
                <a:srgbClr val="000000"/>
              </a:solidFill>
              <a:latin typeface="Poppins"/>
              <a:ea typeface="Poppins"/>
              <a:cs typeface="Poppins"/>
              <a:sym typeface="Poppins"/>
            </a:endParaRPr>
          </a:p>
        </p:txBody>
      </p:sp>
      <p:sp>
        <p:nvSpPr>
          <p:cNvPr id="1003" name="Google Shape;1003;p135"/>
          <p:cNvSpPr txBox="1"/>
          <p:nvPr/>
        </p:nvSpPr>
        <p:spPr>
          <a:xfrm>
            <a:off x="7524608" y="2608700"/>
            <a:ext cx="1167000" cy="6219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latin typeface="Poppins"/>
                <a:ea typeface="Poppins"/>
                <a:cs typeface="Poppins"/>
                <a:sym typeface="Poppins"/>
              </a:rPr>
              <a:t>Delete</a:t>
            </a:r>
            <a:endParaRPr b="1" sz="1800">
              <a:solidFill>
                <a:srgbClr val="000000"/>
              </a:solidFill>
              <a:latin typeface="Poppins"/>
              <a:ea typeface="Poppins"/>
              <a:cs typeface="Poppins"/>
              <a:sym typeface="Poppins"/>
            </a:endParaRPr>
          </a:p>
        </p:txBody>
      </p:sp>
      <p:sp>
        <p:nvSpPr>
          <p:cNvPr id="1004" name="Google Shape;1004;p135"/>
          <p:cNvSpPr/>
          <p:nvPr/>
        </p:nvSpPr>
        <p:spPr>
          <a:xfrm>
            <a:off x="3691250" y="2092900"/>
            <a:ext cx="190500" cy="476400"/>
          </a:xfrm>
          <a:prstGeom prst="upDownArrow">
            <a:avLst>
              <a:gd fmla="val 50000" name="adj1"/>
              <a:gd fmla="val 5000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135"/>
          <p:cNvSpPr/>
          <p:nvPr/>
        </p:nvSpPr>
        <p:spPr>
          <a:xfrm>
            <a:off x="5131775" y="2092900"/>
            <a:ext cx="190500" cy="476400"/>
          </a:xfrm>
          <a:prstGeom prst="upDownArrow">
            <a:avLst>
              <a:gd fmla="val 50000" name="adj1"/>
              <a:gd fmla="val 5000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135"/>
          <p:cNvSpPr/>
          <p:nvPr/>
        </p:nvSpPr>
        <p:spPr>
          <a:xfrm>
            <a:off x="6572300" y="2092900"/>
            <a:ext cx="190500" cy="476400"/>
          </a:xfrm>
          <a:prstGeom prst="upDownArrow">
            <a:avLst>
              <a:gd fmla="val 50000" name="adj1"/>
              <a:gd fmla="val 5000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135"/>
          <p:cNvSpPr/>
          <p:nvPr/>
        </p:nvSpPr>
        <p:spPr>
          <a:xfrm>
            <a:off x="8012825" y="2092900"/>
            <a:ext cx="190500" cy="476400"/>
          </a:xfrm>
          <a:prstGeom prst="upDownArrow">
            <a:avLst>
              <a:gd fmla="val 50000" name="adj1"/>
              <a:gd fmla="val 5000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13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CRUD Operations</a:t>
            </a:r>
            <a:endParaRPr/>
          </a:p>
        </p:txBody>
      </p:sp>
      <p:sp>
        <p:nvSpPr>
          <p:cNvPr id="1013" name="Google Shape;1013;p136"/>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Create:</a:t>
            </a:r>
            <a:r>
              <a:rPr lang="en"/>
              <a:t> Add new data to a database</a:t>
            </a:r>
            <a:endParaRPr/>
          </a:p>
          <a:p>
            <a:pPr indent="-342900" lvl="0" marL="457200" rtl="0" algn="l">
              <a:spcBef>
                <a:spcPts val="1000"/>
              </a:spcBef>
              <a:spcAft>
                <a:spcPts val="0"/>
              </a:spcAft>
              <a:buSzPts val="1800"/>
              <a:buChar char="✱"/>
            </a:pPr>
            <a:r>
              <a:rPr b="1" lang="en"/>
              <a:t>Read:</a:t>
            </a:r>
            <a:r>
              <a:rPr lang="en"/>
              <a:t> Retrieve data from a database</a:t>
            </a:r>
            <a:endParaRPr/>
          </a:p>
          <a:p>
            <a:pPr indent="-342900" lvl="0" marL="457200" rtl="0" algn="l">
              <a:spcBef>
                <a:spcPts val="1000"/>
              </a:spcBef>
              <a:spcAft>
                <a:spcPts val="0"/>
              </a:spcAft>
              <a:buSzPts val="1800"/>
              <a:buChar char="✱"/>
            </a:pPr>
            <a:r>
              <a:rPr b="1" lang="en"/>
              <a:t>Update:</a:t>
            </a:r>
            <a:r>
              <a:rPr lang="en"/>
              <a:t> Modify existing data in a database</a:t>
            </a:r>
            <a:endParaRPr/>
          </a:p>
          <a:p>
            <a:pPr indent="-342900" lvl="0" marL="457200" rtl="0" algn="l">
              <a:spcBef>
                <a:spcPts val="1000"/>
              </a:spcBef>
              <a:spcAft>
                <a:spcPts val="1000"/>
              </a:spcAft>
              <a:buSzPts val="1800"/>
              <a:buChar char="✱"/>
            </a:pPr>
            <a:r>
              <a:rPr b="1" lang="en"/>
              <a:t>Delete:</a:t>
            </a:r>
            <a:r>
              <a:rPr lang="en"/>
              <a:t> Removes existing data from a database</a:t>
            </a:r>
            <a:endParaRPr/>
          </a:p>
        </p:txBody>
      </p:sp>
      <p:sp>
        <p:nvSpPr>
          <p:cNvPr id="1014" name="Google Shape;1014;p13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p137"/>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2 minutes</a:t>
            </a:r>
            <a:endParaRPr/>
          </a:p>
        </p:txBody>
      </p:sp>
      <p:sp>
        <p:nvSpPr>
          <p:cNvPr id="1020" name="Google Shape;1020;p13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21" name="Google Shape;1021;p137"/>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When have you encountered any of these operations on web apps that you've used?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138"/>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15 minutes</a:t>
            </a:r>
            <a:endParaRPr/>
          </a:p>
        </p:txBody>
      </p:sp>
      <p:sp>
        <p:nvSpPr>
          <p:cNvPr id="1027" name="Google Shape;1027;p13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28" name="Google Shape;1028;p13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Imagine we have a database of </a:t>
            </a:r>
            <a:r>
              <a:rPr b="1" lang="en"/>
              <a:t>video games</a:t>
            </a:r>
            <a:r>
              <a:rPr lang="en"/>
              <a:t>, featuring details such as </a:t>
            </a:r>
            <a:r>
              <a:rPr b="1" lang="en"/>
              <a:t>title</a:t>
            </a:r>
            <a:r>
              <a:rPr lang="en"/>
              <a:t>, </a:t>
            </a:r>
            <a:r>
              <a:rPr b="1" lang="en"/>
              <a:t>genre</a:t>
            </a:r>
            <a:r>
              <a:rPr lang="en"/>
              <a:t>, </a:t>
            </a:r>
            <a:r>
              <a:rPr b="1" lang="en"/>
              <a:t>platform</a:t>
            </a:r>
            <a:r>
              <a:rPr lang="en"/>
              <a:t>, and </a:t>
            </a:r>
            <a:r>
              <a:rPr b="1" lang="en"/>
              <a:t>image URL</a:t>
            </a:r>
            <a:r>
              <a:rPr lang="en"/>
              <a:t>. How can the </a:t>
            </a:r>
            <a:r>
              <a:rPr b="1" lang="en"/>
              <a:t>Read</a:t>
            </a:r>
            <a:r>
              <a:rPr lang="en"/>
              <a:t> operation be used in this scenario?</a:t>
            </a:r>
            <a:endParaRPr/>
          </a:p>
          <a:p>
            <a:pPr indent="0" lvl="0" marL="0" rtl="0" algn="l">
              <a:spcBef>
                <a:spcPts val="1000"/>
              </a:spcBef>
              <a:spcAft>
                <a:spcPts val="0"/>
              </a:spcAft>
              <a:buNone/>
            </a:pPr>
            <a:r>
              <a:rPr lang="en"/>
              <a:t>I will demonstrate how to:</a:t>
            </a:r>
            <a:endParaRPr/>
          </a:p>
          <a:p>
            <a:pPr indent="-342900" lvl="0" marL="457200" rtl="0" algn="l">
              <a:spcBef>
                <a:spcPts val="1000"/>
              </a:spcBef>
              <a:spcAft>
                <a:spcPts val="0"/>
              </a:spcAft>
              <a:buSzPts val="1800"/>
              <a:buChar char="✱"/>
            </a:pPr>
            <a:r>
              <a:rPr lang="en"/>
              <a:t>Fetch all games, games by ID, and games by platform.</a:t>
            </a:r>
            <a:endParaRPr/>
          </a:p>
          <a:p>
            <a:pPr indent="-342900" lvl="0" marL="457200" rtl="0" algn="l">
              <a:spcBef>
                <a:spcPts val="1000"/>
              </a:spcBef>
              <a:spcAft>
                <a:spcPts val="1000"/>
              </a:spcAft>
              <a:buSzPts val="1800"/>
              <a:buChar char="✱"/>
            </a:pPr>
            <a:r>
              <a:rPr lang="en"/>
              <a:t>Add routes to retrieve this information from the database.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139"/>
          <p:cNvSpPr txBox="1"/>
          <p:nvPr>
            <p:ph type="title"/>
          </p:nvPr>
        </p:nvSpPr>
        <p:spPr>
          <a:xfrm>
            <a:off x="884825" y="2317200"/>
            <a:ext cx="75192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Designing &amp; Working with APIs</a:t>
            </a:r>
            <a:endParaRPr/>
          </a:p>
        </p:txBody>
      </p:sp>
      <p:sp>
        <p:nvSpPr>
          <p:cNvPr id="1034" name="Google Shape;1034;p139"/>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140"/>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Benefits of RESTful APIs</a:t>
            </a:r>
            <a:endParaRPr/>
          </a:p>
        </p:txBody>
      </p:sp>
      <p:sp>
        <p:nvSpPr>
          <p:cNvPr id="1040" name="Google Shape;1040;p140"/>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Simplicity and Consistency:</a:t>
            </a:r>
            <a:r>
              <a:rPr lang="en"/>
              <a:t> The process of designing and consuming web services is simplified.</a:t>
            </a:r>
            <a:endParaRPr/>
          </a:p>
          <a:p>
            <a:pPr indent="-342900" lvl="0" marL="457200" rtl="0" algn="l">
              <a:spcBef>
                <a:spcPts val="1000"/>
              </a:spcBef>
              <a:spcAft>
                <a:spcPts val="0"/>
              </a:spcAft>
              <a:buSzPts val="1800"/>
              <a:buChar char="✱"/>
            </a:pPr>
            <a:r>
              <a:rPr b="1" lang="en"/>
              <a:t>Resources and Representations:</a:t>
            </a:r>
            <a:r>
              <a:rPr lang="en"/>
              <a:t> Everything is treated as a resource that can be represented in different formats, such as JSON or XML.</a:t>
            </a:r>
            <a:endParaRPr/>
          </a:p>
          <a:p>
            <a:pPr indent="-342900" lvl="0" marL="457200" rtl="0" algn="l">
              <a:spcBef>
                <a:spcPts val="1000"/>
              </a:spcBef>
              <a:spcAft>
                <a:spcPts val="0"/>
              </a:spcAft>
              <a:buSzPts val="1800"/>
              <a:buChar char="✱"/>
            </a:pPr>
            <a:r>
              <a:rPr b="1" lang="en"/>
              <a:t>Stateless Communication:</a:t>
            </a:r>
            <a:r>
              <a:rPr lang="en"/>
              <a:t> Each request from a client must contain all the necessary information for the server to process it.</a:t>
            </a:r>
            <a:endParaRPr/>
          </a:p>
          <a:p>
            <a:pPr indent="-342900" lvl="0" marL="457200" rtl="0" algn="l">
              <a:spcBef>
                <a:spcPts val="1000"/>
              </a:spcBef>
              <a:spcAft>
                <a:spcPts val="1000"/>
              </a:spcAft>
              <a:buSzPts val="1800"/>
              <a:buChar char="✱"/>
            </a:pPr>
            <a:r>
              <a:rPr b="1" lang="en"/>
              <a:t>Standardized Protocols:</a:t>
            </a:r>
            <a:r>
              <a:rPr lang="en"/>
              <a:t> Standard protocols like HTTP are used for communication, leveraging its methods and status codes.</a:t>
            </a:r>
            <a:endParaRPr/>
          </a:p>
        </p:txBody>
      </p:sp>
      <p:sp>
        <p:nvSpPr>
          <p:cNvPr id="1041" name="Google Shape;1041;p14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0">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p141"/>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RESTful Design &amp; Functionality</a:t>
            </a:r>
            <a:endParaRPr/>
          </a:p>
        </p:txBody>
      </p:sp>
      <p:sp>
        <p:nvSpPr>
          <p:cNvPr id="1047" name="Google Shape;1047;p141"/>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b="1" lang="en" sz="1600"/>
              <a:t>Client-server architecture:</a:t>
            </a:r>
            <a:r>
              <a:rPr lang="en" sz="1600"/>
              <a:t> client and server are separate entities with distinct roles and responsibilities</a:t>
            </a:r>
            <a:endParaRPr sz="1600"/>
          </a:p>
          <a:p>
            <a:pPr indent="-330200" lvl="0" marL="457200" rtl="0" algn="l">
              <a:spcBef>
                <a:spcPts val="1000"/>
              </a:spcBef>
              <a:spcAft>
                <a:spcPts val="0"/>
              </a:spcAft>
              <a:buSzPts val="1600"/>
              <a:buChar char="✱"/>
            </a:pPr>
            <a:r>
              <a:rPr b="1" lang="en" sz="1600"/>
              <a:t>Statelessness:</a:t>
            </a:r>
            <a:r>
              <a:rPr lang="en" sz="1600"/>
              <a:t> the server doesn't store any client state between requests</a:t>
            </a:r>
            <a:endParaRPr sz="1600"/>
          </a:p>
          <a:p>
            <a:pPr indent="-330200" lvl="0" marL="457200" rtl="0" algn="l">
              <a:spcBef>
                <a:spcPts val="1000"/>
              </a:spcBef>
              <a:spcAft>
                <a:spcPts val="0"/>
              </a:spcAft>
              <a:buSzPts val="1600"/>
              <a:buChar char="✱"/>
            </a:pPr>
            <a:r>
              <a:rPr b="1" lang="en" sz="1600"/>
              <a:t>Uniform interface:</a:t>
            </a:r>
            <a:r>
              <a:rPr lang="en" sz="1600"/>
              <a:t> provide a consistent and standardized interface using HTTP methods (</a:t>
            </a:r>
            <a:r>
              <a:rPr b="1" lang="en" sz="1600">
                <a:latin typeface="Consolas"/>
                <a:ea typeface="Consolas"/>
                <a:cs typeface="Consolas"/>
                <a:sym typeface="Consolas"/>
              </a:rPr>
              <a:t>GET</a:t>
            </a:r>
            <a:r>
              <a:rPr lang="en" sz="1600"/>
              <a:t>, </a:t>
            </a:r>
            <a:r>
              <a:rPr b="1" lang="en" sz="1600">
                <a:latin typeface="Consolas"/>
                <a:ea typeface="Consolas"/>
                <a:cs typeface="Consolas"/>
                <a:sym typeface="Consolas"/>
              </a:rPr>
              <a:t>POST</a:t>
            </a:r>
            <a:r>
              <a:rPr lang="en" sz="1600"/>
              <a:t>, </a:t>
            </a:r>
            <a:r>
              <a:rPr b="1" lang="en" sz="1600">
                <a:latin typeface="Consolas"/>
                <a:ea typeface="Consolas"/>
                <a:cs typeface="Consolas"/>
                <a:sym typeface="Consolas"/>
              </a:rPr>
              <a:t>PUT</a:t>
            </a:r>
            <a:r>
              <a:rPr lang="en" sz="1600"/>
              <a:t>, </a:t>
            </a:r>
            <a:r>
              <a:rPr b="1" lang="en" sz="1600">
                <a:latin typeface="Consolas"/>
                <a:ea typeface="Consolas"/>
                <a:cs typeface="Consolas"/>
                <a:sym typeface="Consolas"/>
              </a:rPr>
              <a:t>DELETE</a:t>
            </a:r>
            <a:r>
              <a:rPr lang="en" sz="1600"/>
              <a:t>) and resource-based URLs</a:t>
            </a:r>
            <a:endParaRPr sz="1600"/>
          </a:p>
          <a:p>
            <a:pPr indent="-330200" lvl="0" marL="457200" rtl="0" algn="l">
              <a:spcBef>
                <a:spcPts val="1000"/>
              </a:spcBef>
              <a:spcAft>
                <a:spcPts val="0"/>
              </a:spcAft>
              <a:buSzPts val="1600"/>
              <a:buChar char="✱"/>
            </a:pPr>
            <a:r>
              <a:rPr b="1" lang="en" sz="1600"/>
              <a:t>Layered system:</a:t>
            </a:r>
            <a:r>
              <a:rPr lang="en" sz="1600"/>
              <a:t> each layer has a specific responsibility and interacts with adjacent layers</a:t>
            </a:r>
            <a:endParaRPr sz="1600"/>
          </a:p>
          <a:p>
            <a:pPr indent="-330200" lvl="0" marL="457200" rtl="0" algn="l">
              <a:spcBef>
                <a:spcPts val="1000"/>
              </a:spcBef>
              <a:spcAft>
                <a:spcPts val="1000"/>
              </a:spcAft>
              <a:buSzPts val="1600"/>
              <a:buChar char="✱"/>
            </a:pPr>
            <a:r>
              <a:rPr b="1" lang="en" sz="1600"/>
              <a:t>Caching:</a:t>
            </a:r>
            <a:r>
              <a:rPr lang="en" sz="1600"/>
              <a:t> allows responses to be stored and reused by clients or intermediary systems</a:t>
            </a:r>
            <a:endParaRPr sz="1600"/>
          </a:p>
        </p:txBody>
      </p:sp>
      <p:sp>
        <p:nvSpPr>
          <p:cNvPr id="1048" name="Google Shape;1048;p14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p142"/>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Defining Routes</a:t>
            </a:r>
            <a:endParaRPr/>
          </a:p>
        </p:txBody>
      </p:sp>
      <p:sp>
        <p:nvSpPr>
          <p:cNvPr id="1054" name="Google Shape;1054;p142"/>
          <p:cNvSpPr txBox="1"/>
          <p:nvPr>
            <p:ph idx="1" type="body"/>
          </p:nvPr>
        </p:nvSpPr>
        <p:spPr>
          <a:xfrm>
            <a:off x="452400" y="1132825"/>
            <a:ext cx="8239200" cy="7803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To ensure consistency and clarity in RESTful APIs, a standard structure is followed for defining routes.</a:t>
            </a:r>
            <a:endParaRPr/>
          </a:p>
        </p:txBody>
      </p:sp>
      <p:sp>
        <p:nvSpPr>
          <p:cNvPr id="1055" name="Google Shape;1055;p142"/>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56" name="Google Shape;1056;p142"/>
          <p:cNvSpPr txBox="1"/>
          <p:nvPr/>
        </p:nvSpPr>
        <p:spPr>
          <a:xfrm>
            <a:off x="452400" y="1913125"/>
            <a:ext cx="8239200" cy="25680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rgbClr val="6EC396"/>
              </a:buClr>
              <a:buSzPts val="1800"/>
              <a:buFont typeface="Poppins"/>
              <a:buChar char="✱"/>
            </a:pPr>
            <a:r>
              <a:rPr b="1" lang="en" sz="1800">
                <a:solidFill>
                  <a:schemeClr val="dk1"/>
                </a:solidFill>
                <a:latin typeface="Consolas"/>
                <a:ea typeface="Consolas"/>
                <a:cs typeface="Consolas"/>
                <a:sym typeface="Consolas"/>
              </a:rPr>
              <a:t>GET /resource</a:t>
            </a:r>
            <a:r>
              <a:rPr lang="en" sz="1800">
                <a:solidFill>
                  <a:schemeClr val="dk1"/>
                </a:solidFill>
                <a:latin typeface="Poppins"/>
                <a:ea typeface="Poppins"/>
                <a:cs typeface="Poppins"/>
                <a:sym typeface="Poppins"/>
              </a:rPr>
              <a:t> - retrieve a collection of resources</a:t>
            </a:r>
            <a:endParaRPr sz="1800">
              <a:solidFill>
                <a:schemeClr val="dk1"/>
              </a:solidFill>
              <a:latin typeface="Poppins"/>
              <a:ea typeface="Poppins"/>
              <a:cs typeface="Poppins"/>
              <a:sym typeface="Poppins"/>
            </a:endParaRPr>
          </a:p>
          <a:p>
            <a:pPr indent="-342900" lvl="0" marL="457200" rtl="0" algn="l">
              <a:lnSpc>
                <a:spcPct val="115000"/>
              </a:lnSpc>
              <a:spcBef>
                <a:spcPts val="1000"/>
              </a:spcBef>
              <a:spcAft>
                <a:spcPts val="0"/>
              </a:spcAft>
              <a:buClr>
                <a:srgbClr val="6EC396"/>
              </a:buClr>
              <a:buSzPts val="1800"/>
              <a:buFont typeface="Poppins"/>
              <a:buChar char="✱"/>
            </a:pPr>
            <a:r>
              <a:rPr b="1" lang="en" sz="1800">
                <a:solidFill>
                  <a:schemeClr val="dk1"/>
                </a:solidFill>
                <a:latin typeface="Consolas"/>
                <a:ea typeface="Consolas"/>
                <a:cs typeface="Consolas"/>
                <a:sym typeface="Consolas"/>
              </a:rPr>
              <a:t>GET /resource/:id</a:t>
            </a:r>
            <a:r>
              <a:rPr lang="en" sz="1800">
                <a:solidFill>
                  <a:schemeClr val="dk1"/>
                </a:solidFill>
                <a:latin typeface="Poppins"/>
                <a:ea typeface="Poppins"/>
                <a:cs typeface="Poppins"/>
                <a:sym typeface="Poppins"/>
              </a:rPr>
              <a:t> - retrieve a specific resource based on its unique identifier</a:t>
            </a:r>
            <a:endParaRPr sz="1800">
              <a:solidFill>
                <a:schemeClr val="dk1"/>
              </a:solidFill>
              <a:latin typeface="Poppins"/>
              <a:ea typeface="Poppins"/>
              <a:cs typeface="Poppins"/>
              <a:sym typeface="Poppins"/>
            </a:endParaRPr>
          </a:p>
          <a:p>
            <a:pPr indent="-342900" lvl="0" marL="457200" rtl="0" algn="l">
              <a:lnSpc>
                <a:spcPct val="115000"/>
              </a:lnSpc>
              <a:spcBef>
                <a:spcPts val="1000"/>
              </a:spcBef>
              <a:spcAft>
                <a:spcPts val="0"/>
              </a:spcAft>
              <a:buClr>
                <a:srgbClr val="6EC396"/>
              </a:buClr>
              <a:buSzPts val="1800"/>
              <a:buFont typeface="Poppins"/>
              <a:buChar char="✱"/>
            </a:pPr>
            <a:r>
              <a:rPr b="1" lang="en" sz="1800">
                <a:solidFill>
                  <a:schemeClr val="dk1"/>
                </a:solidFill>
                <a:latin typeface="Consolas"/>
                <a:ea typeface="Consolas"/>
                <a:cs typeface="Consolas"/>
                <a:sym typeface="Consolas"/>
              </a:rPr>
              <a:t>POST /resource</a:t>
            </a:r>
            <a:r>
              <a:rPr lang="en" sz="1800">
                <a:solidFill>
                  <a:schemeClr val="dk1"/>
                </a:solidFill>
                <a:latin typeface="Poppins"/>
                <a:ea typeface="Poppins"/>
                <a:cs typeface="Poppins"/>
                <a:sym typeface="Poppins"/>
              </a:rPr>
              <a:t> - create a new resource</a:t>
            </a:r>
            <a:endParaRPr sz="1800">
              <a:solidFill>
                <a:schemeClr val="dk1"/>
              </a:solidFill>
              <a:latin typeface="Poppins"/>
              <a:ea typeface="Poppins"/>
              <a:cs typeface="Poppins"/>
              <a:sym typeface="Poppins"/>
            </a:endParaRPr>
          </a:p>
          <a:p>
            <a:pPr indent="-342900" lvl="0" marL="457200" rtl="0" algn="l">
              <a:lnSpc>
                <a:spcPct val="115000"/>
              </a:lnSpc>
              <a:spcBef>
                <a:spcPts val="1000"/>
              </a:spcBef>
              <a:spcAft>
                <a:spcPts val="0"/>
              </a:spcAft>
              <a:buClr>
                <a:srgbClr val="6EC396"/>
              </a:buClr>
              <a:buSzPts val="1800"/>
              <a:buFont typeface="Poppins"/>
              <a:buChar char="✱"/>
            </a:pPr>
            <a:r>
              <a:rPr b="1" lang="en" sz="1800">
                <a:solidFill>
                  <a:schemeClr val="dk1"/>
                </a:solidFill>
                <a:latin typeface="Consolas"/>
                <a:ea typeface="Consolas"/>
                <a:cs typeface="Consolas"/>
                <a:sym typeface="Consolas"/>
              </a:rPr>
              <a:t>PUT /resource/:id</a:t>
            </a:r>
            <a:r>
              <a:rPr lang="en" sz="1800">
                <a:solidFill>
                  <a:schemeClr val="dk1"/>
                </a:solidFill>
                <a:latin typeface="Poppins"/>
                <a:ea typeface="Poppins"/>
                <a:cs typeface="Poppins"/>
                <a:sym typeface="Poppins"/>
              </a:rPr>
              <a:t> - update a specific resource based on its ID</a:t>
            </a:r>
            <a:endParaRPr sz="1800">
              <a:solidFill>
                <a:schemeClr val="dk1"/>
              </a:solidFill>
              <a:latin typeface="Poppins"/>
              <a:ea typeface="Poppins"/>
              <a:cs typeface="Poppins"/>
              <a:sym typeface="Poppins"/>
            </a:endParaRPr>
          </a:p>
          <a:p>
            <a:pPr indent="-342900" lvl="0" marL="457200" rtl="0" algn="l">
              <a:lnSpc>
                <a:spcPct val="115000"/>
              </a:lnSpc>
              <a:spcBef>
                <a:spcPts val="1000"/>
              </a:spcBef>
              <a:spcAft>
                <a:spcPts val="1000"/>
              </a:spcAft>
              <a:buClr>
                <a:srgbClr val="6EC396"/>
              </a:buClr>
              <a:buSzPts val="1800"/>
              <a:buFont typeface="Poppins"/>
              <a:buChar char="✱"/>
            </a:pPr>
            <a:r>
              <a:rPr b="1" lang="en" sz="1800">
                <a:solidFill>
                  <a:schemeClr val="dk1"/>
                </a:solidFill>
                <a:latin typeface="Consolas"/>
                <a:ea typeface="Consolas"/>
                <a:cs typeface="Consolas"/>
                <a:sym typeface="Consolas"/>
              </a:rPr>
              <a:t>DELETE /resource/:id</a:t>
            </a:r>
            <a:r>
              <a:rPr lang="en" sz="1800">
                <a:solidFill>
                  <a:schemeClr val="dk1"/>
                </a:solidFill>
                <a:latin typeface="Poppins"/>
                <a:ea typeface="Poppins"/>
                <a:cs typeface="Poppins"/>
                <a:sym typeface="Poppins"/>
              </a:rPr>
              <a:t> - delete a specific resource based on its ID</a:t>
            </a:r>
            <a:endParaRPr sz="1800">
              <a:solidFill>
                <a:schemeClr val="dk1"/>
              </a:solidFill>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6">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143"/>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Best Practices for Naming Conventions</a:t>
            </a:r>
            <a:endParaRPr/>
          </a:p>
        </p:txBody>
      </p:sp>
      <p:sp>
        <p:nvSpPr>
          <p:cNvPr id="1062" name="Google Shape;1062;p143"/>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Use plural nouns</a:t>
            </a:r>
            <a:r>
              <a:rPr lang="en"/>
              <a:t> - for example, use </a:t>
            </a:r>
            <a:r>
              <a:rPr b="1" lang="en">
                <a:latin typeface="Consolas"/>
                <a:ea typeface="Consolas"/>
                <a:cs typeface="Consolas"/>
                <a:sym typeface="Consolas"/>
              </a:rPr>
              <a:t>/users</a:t>
            </a:r>
            <a:r>
              <a:rPr lang="en"/>
              <a:t> to represent a collection of user resources</a:t>
            </a:r>
            <a:endParaRPr/>
          </a:p>
          <a:p>
            <a:pPr indent="-342900" lvl="0" marL="457200" rtl="0" algn="l">
              <a:spcBef>
                <a:spcPts val="1000"/>
              </a:spcBef>
              <a:spcAft>
                <a:spcPts val="0"/>
              </a:spcAft>
              <a:buSzPts val="1800"/>
              <a:buChar char="✱"/>
            </a:pPr>
            <a:r>
              <a:rPr b="1" lang="en"/>
              <a:t>Use specific names</a:t>
            </a:r>
            <a:r>
              <a:rPr lang="en"/>
              <a:t> - for example, use </a:t>
            </a:r>
            <a:r>
              <a:rPr b="1" lang="en">
                <a:latin typeface="Consolas"/>
                <a:ea typeface="Consolas"/>
                <a:cs typeface="Consolas"/>
                <a:sym typeface="Consolas"/>
              </a:rPr>
              <a:t>/users/:id</a:t>
            </a:r>
            <a:r>
              <a:rPr lang="en"/>
              <a:t> to represent a specific user identified by their ID</a:t>
            </a:r>
            <a:endParaRPr/>
          </a:p>
          <a:p>
            <a:pPr indent="-342900" lvl="0" marL="457200" rtl="0" algn="l">
              <a:spcBef>
                <a:spcPts val="1000"/>
              </a:spcBef>
              <a:spcAft>
                <a:spcPts val="0"/>
              </a:spcAft>
              <a:buSzPts val="1800"/>
              <a:buChar char="✱"/>
            </a:pPr>
            <a:r>
              <a:rPr b="1" lang="en"/>
              <a:t>Avoid verbs</a:t>
            </a:r>
            <a:r>
              <a:rPr lang="en"/>
              <a:t> - for example, use </a:t>
            </a:r>
            <a:r>
              <a:rPr b="1" lang="en">
                <a:latin typeface="Consolas"/>
                <a:ea typeface="Consolas"/>
                <a:cs typeface="Consolas"/>
                <a:sym typeface="Consolas"/>
              </a:rPr>
              <a:t>/books</a:t>
            </a:r>
            <a:r>
              <a:rPr lang="en"/>
              <a:t> instead of </a:t>
            </a:r>
            <a:r>
              <a:rPr b="1" lang="en">
                <a:latin typeface="Consolas"/>
                <a:ea typeface="Consolas"/>
                <a:cs typeface="Consolas"/>
                <a:sym typeface="Consolas"/>
              </a:rPr>
              <a:t>/getBooks</a:t>
            </a:r>
            <a:endParaRPr/>
          </a:p>
          <a:p>
            <a:pPr indent="-342900" lvl="0" marL="457200" rtl="0" algn="l">
              <a:spcBef>
                <a:spcPts val="1000"/>
              </a:spcBef>
              <a:spcAft>
                <a:spcPts val="1000"/>
              </a:spcAft>
              <a:buSzPts val="1800"/>
              <a:buChar char="✱"/>
            </a:pPr>
            <a:r>
              <a:rPr b="1" lang="en"/>
              <a:t>Use hyphen or underscore</a:t>
            </a:r>
            <a:r>
              <a:rPr lang="en"/>
              <a:t> - for example, use </a:t>
            </a:r>
            <a:r>
              <a:rPr b="1" lang="en">
                <a:latin typeface="Consolas"/>
                <a:ea typeface="Consolas"/>
                <a:cs typeface="Consolas"/>
                <a:sym typeface="Consolas"/>
              </a:rPr>
              <a:t>/user-profile</a:t>
            </a:r>
            <a:r>
              <a:rPr lang="en"/>
              <a:t> or </a:t>
            </a:r>
            <a:r>
              <a:rPr b="1" lang="en">
                <a:latin typeface="Consolas"/>
                <a:ea typeface="Consolas"/>
                <a:cs typeface="Consolas"/>
                <a:sym typeface="Consolas"/>
              </a:rPr>
              <a:t>/user_profile</a:t>
            </a:r>
            <a:r>
              <a:rPr lang="en"/>
              <a:t> for routes related to user profiles</a:t>
            </a:r>
            <a:endParaRPr/>
          </a:p>
        </p:txBody>
      </p:sp>
      <p:sp>
        <p:nvSpPr>
          <p:cNvPr id="1063" name="Google Shape;1063;p143"/>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2">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p144"/>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p>
            <a:pPr indent="0" lvl="0" marL="0" rtl="0" algn="ctr">
              <a:spcBef>
                <a:spcPts val="0"/>
              </a:spcBef>
              <a:spcAft>
                <a:spcPts val="0"/>
              </a:spcAft>
              <a:buClr>
                <a:schemeClr val="dk1"/>
              </a:buClr>
              <a:buSzPts val="1100"/>
              <a:buFont typeface="Arial"/>
              <a:buNone/>
            </a:pPr>
            <a:r>
              <a:rPr b="1" lang="en" sz="2300"/>
              <a:t>Break Time!</a:t>
            </a:r>
            <a:endParaRPr b="1" sz="2300"/>
          </a:p>
          <a:p>
            <a:pPr indent="0" lvl="0" marL="0" rtl="0" algn="ctr">
              <a:spcBef>
                <a:spcPts val="1000"/>
              </a:spcBef>
              <a:spcAft>
                <a:spcPts val="0"/>
              </a:spcAft>
              <a:buClr>
                <a:schemeClr val="dk1"/>
              </a:buClr>
              <a:buSzPts val="1100"/>
              <a:buFont typeface="Arial"/>
              <a:buNone/>
            </a:pPr>
            <a:r>
              <a:rPr lang="en" sz="1900"/>
              <a:t>Take 5 mins to step away from the computer. Feel free to turn off your camera and return promptly after 5 mins.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3" name="Shape 1073"/>
        <p:cNvGrpSpPr/>
        <p:nvPr/>
      </p:nvGrpSpPr>
      <p:grpSpPr>
        <a:xfrm>
          <a:off x="0" y="0"/>
          <a:ext cx="0" cy="0"/>
          <a:chOff x="0" y="0"/>
          <a:chExt cx="0" cy="0"/>
        </a:xfrm>
      </p:grpSpPr>
      <p:pic>
        <p:nvPicPr>
          <p:cNvPr descr="preencoded.png" id="1074" name="Google Shape;1074;p145"/>
          <p:cNvPicPr preferRelativeResize="0"/>
          <p:nvPr/>
        </p:nvPicPr>
        <p:blipFill rotWithShape="1">
          <a:blip r:embed="rId3">
            <a:alphaModFix amt="45000"/>
          </a:blip>
          <a:srcRect b="0" l="0" r="0" t="0"/>
          <a:stretch/>
        </p:blipFill>
        <p:spPr>
          <a:xfrm>
            <a:off x="6949440" y="-1737360"/>
            <a:ext cx="3108961" cy="3840478"/>
          </a:xfrm>
          <a:prstGeom prst="rect">
            <a:avLst/>
          </a:prstGeom>
          <a:noFill/>
          <a:ln>
            <a:noFill/>
          </a:ln>
        </p:spPr>
      </p:pic>
      <p:pic>
        <p:nvPicPr>
          <p:cNvPr descr="preencoded.png" id="1075" name="Google Shape;1075;p145"/>
          <p:cNvPicPr preferRelativeResize="0"/>
          <p:nvPr/>
        </p:nvPicPr>
        <p:blipFill rotWithShape="1">
          <a:blip r:embed="rId4">
            <a:alphaModFix amt="70000"/>
          </a:blip>
          <a:srcRect b="0" l="0" r="0" t="0"/>
          <a:stretch/>
        </p:blipFill>
        <p:spPr>
          <a:xfrm>
            <a:off x="-502920" y="3200400"/>
            <a:ext cx="1463040" cy="1463040"/>
          </a:xfrm>
          <a:prstGeom prst="rect">
            <a:avLst/>
          </a:prstGeom>
          <a:noFill/>
          <a:ln>
            <a:noFill/>
          </a:ln>
        </p:spPr>
      </p:pic>
      <p:pic>
        <p:nvPicPr>
          <p:cNvPr descr="preencoded.png" id="1076" name="Google Shape;1076;p145"/>
          <p:cNvPicPr preferRelativeResize="0"/>
          <p:nvPr/>
        </p:nvPicPr>
        <p:blipFill rotWithShape="1">
          <a:blip r:embed="rId5">
            <a:alphaModFix amt="35000"/>
          </a:blip>
          <a:srcRect b="0" l="0" r="0" t="0"/>
          <a:stretch/>
        </p:blipFill>
        <p:spPr>
          <a:xfrm>
            <a:off x="-822960" y="3291840"/>
            <a:ext cx="2743199" cy="2743200"/>
          </a:xfrm>
          <a:prstGeom prst="rect">
            <a:avLst/>
          </a:prstGeom>
          <a:noFill/>
          <a:ln>
            <a:noFill/>
          </a:ln>
        </p:spPr>
      </p:pic>
      <p:sp>
        <p:nvSpPr>
          <p:cNvPr id="1077" name="Google Shape;1077;p145"/>
          <p:cNvSpPr txBox="1"/>
          <p:nvPr/>
        </p:nvSpPr>
        <p:spPr>
          <a:xfrm>
            <a:off x="411480" y="320040"/>
            <a:ext cx="54864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600"/>
              <a:buFont typeface="Poppins"/>
              <a:buNone/>
            </a:pPr>
            <a:r>
              <a:rPr b="1" i="0" lang="en" sz="2600" u="none" cap="none" strike="noStrike">
                <a:solidFill>
                  <a:srgbClr val="111111"/>
                </a:solidFill>
                <a:latin typeface="Poppins"/>
                <a:ea typeface="Poppins"/>
                <a:cs typeface="Poppins"/>
                <a:sym typeface="Poppins"/>
              </a:rPr>
              <a:t>Breakout Rooms</a:t>
            </a:r>
            <a:endParaRPr b="0" i="0" sz="2600" u="none" cap="none" strike="noStrike">
              <a:solidFill>
                <a:schemeClr val="dk1"/>
              </a:solidFill>
              <a:latin typeface="Calibri"/>
              <a:ea typeface="Calibri"/>
              <a:cs typeface="Calibri"/>
              <a:sym typeface="Calibri"/>
            </a:endParaRPr>
          </a:p>
        </p:txBody>
      </p:sp>
      <p:sp>
        <p:nvSpPr>
          <p:cNvPr id="1078" name="Google Shape;1078;p145"/>
          <p:cNvSpPr/>
          <p:nvPr/>
        </p:nvSpPr>
        <p:spPr>
          <a:xfrm>
            <a:off x="7635240" y="384048"/>
            <a:ext cx="1143000" cy="384000"/>
          </a:xfrm>
          <a:prstGeom prst="roundRect">
            <a:avLst>
              <a:gd fmla="val 50000" name="adj"/>
            </a:avLst>
          </a:prstGeom>
          <a:solidFill>
            <a:srgbClr val="FFF0A8"/>
          </a:solidFill>
          <a:ln cap="flat" cmpd="sng" w="12700">
            <a:solidFill>
              <a:srgbClr val="FFF0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145"/>
          <p:cNvSpPr txBox="1"/>
          <p:nvPr/>
        </p:nvSpPr>
        <p:spPr>
          <a:xfrm>
            <a:off x="7635240" y="384048"/>
            <a:ext cx="11430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100"/>
              <a:buFont typeface="Poppins"/>
              <a:buNone/>
            </a:pPr>
            <a:r>
              <a:rPr b="1" i="0" lang="en" sz="1100" u="none" cap="none" strike="noStrike">
                <a:solidFill>
                  <a:srgbClr val="111111"/>
                </a:solidFill>
                <a:latin typeface="Poppins"/>
                <a:ea typeface="Poppins"/>
                <a:cs typeface="Poppins"/>
                <a:sym typeface="Poppins"/>
              </a:rPr>
              <a:t>Weeks 1–5</a:t>
            </a:r>
            <a:endParaRPr b="0" i="0" sz="1100" u="none" cap="none" strike="noStrike">
              <a:solidFill>
                <a:schemeClr val="dk1"/>
              </a:solidFill>
              <a:latin typeface="Calibri"/>
              <a:ea typeface="Calibri"/>
              <a:cs typeface="Calibri"/>
              <a:sym typeface="Calibri"/>
            </a:endParaRPr>
          </a:p>
        </p:txBody>
      </p:sp>
      <p:sp>
        <p:nvSpPr>
          <p:cNvPr id="1080" name="Google Shape;1080;p145"/>
          <p:cNvSpPr txBox="1"/>
          <p:nvPr/>
        </p:nvSpPr>
        <p:spPr>
          <a:xfrm>
            <a:off x="411480" y="1143000"/>
            <a:ext cx="365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AE7A"/>
              </a:buClr>
              <a:buSzPts val="1400"/>
              <a:buFont typeface="Poppins"/>
              <a:buNone/>
            </a:pPr>
            <a:r>
              <a:rPr b="1" i="0" lang="en" sz="1400" u="none" cap="none" strike="noStrike">
                <a:solidFill>
                  <a:srgbClr val="1AAE7A"/>
                </a:solidFill>
                <a:latin typeface="Poppins"/>
                <a:ea typeface="Poppins"/>
                <a:cs typeface="Poppins"/>
                <a:sym typeface="Poppins"/>
              </a:rPr>
              <a:t>1.</a:t>
            </a:r>
            <a:endParaRPr b="0" i="0" sz="1400" u="none" cap="none" strike="noStrike">
              <a:solidFill>
                <a:schemeClr val="dk1"/>
              </a:solidFill>
              <a:latin typeface="Calibri"/>
              <a:ea typeface="Calibri"/>
              <a:cs typeface="Calibri"/>
              <a:sym typeface="Calibri"/>
            </a:endParaRPr>
          </a:p>
        </p:txBody>
      </p:sp>
      <p:sp>
        <p:nvSpPr>
          <p:cNvPr id="1081" name="Google Shape;1081;p145"/>
          <p:cNvSpPr txBox="1"/>
          <p:nvPr/>
        </p:nvSpPr>
        <p:spPr>
          <a:xfrm>
            <a:off x="795528" y="1143000"/>
            <a:ext cx="7772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400"/>
              <a:buFont typeface="Poppins"/>
              <a:buNone/>
            </a:pPr>
            <a:r>
              <a:rPr b="1" i="0" lang="en" sz="1400" u="none" cap="none" strike="noStrike">
                <a:solidFill>
                  <a:srgbClr val="111111"/>
                </a:solidFill>
                <a:latin typeface="Poppins"/>
                <a:ea typeface="Poppins"/>
                <a:cs typeface="Poppins"/>
                <a:sym typeface="Poppins"/>
              </a:rPr>
              <a:t>Weeks 1–4: Randomized Rooms</a:t>
            </a:r>
            <a:endParaRPr b="0" i="0" sz="1400" u="none" cap="none" strike="noStrike">
              <a:solidFill>
                <a:schemeClr val="dk1"/>
              </a:solidFill>
              <a:latin typeface="Calibri"/>
              <a:ea typeface="Calibri"/>
              <a:cs typeface="Calibri"/>
              <a:sym typeface="Calibri"/>
            </a:endParaRPr>
          </a:p>
        </p:txBody>
      </p:sp>
      <p:sp>
        <p:nvSpPr>
          <p:cNvPr id="1082" name="Google Shape;1082;p145"/>
          <p:cNvSpPr txBox="1"/>
          <p:nvPr/>
        </p:nvSpPr>
        <p:spPr>
          <a:xfrm>
            <a:off x="795528" y="1417320"/>
            <a:ext cx="7772400" cy="38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55B6E"/>
              </a:buClr>
              <a:buSzPts val="1050"/>
              <a:buFont typeface="Poppins"/>
              <a:buNone/>
            </a:pPr>
            <a:r>
              <a:rPr b="0" i="0" lang="en" sz="1050" u="none" cap="none" strike="noStrike">
                <a:solidFill>
                  <a:srgbClr val="555B6E"/>
                </a:solidFill>
                <a:latin typeface="Poppins"/>
                <a:ea typeface="Poppins"/>
                <a:cs typeface="Poppins"/>
                <a:sym typeface="Poppins"/>
              </a:rPr>
              <a:t>A new room of 4–5 students each week. Use this time to get to know each other.</a:t>
            </a:r>
            <a:endParaRPr b="0" i="0" sz="1050" u="none" cap="none" strike="noStrike">
              <a:solidFill>
                <a:schemeClr val="dk1"/>
              </a:solidFill>
              <a:latin typeface="Calibri"/>
              <a:ea typeface="Calibri"/>
              <a:cs typeface="Calibri"/>
              <a:sym typeface="Calibri"/>
            </a:endParaRPr>
          </a:p>
        </p:txBody>
      </p:sp>
      <p:sp>
        <p:nvSpPr>
          <p:cNvPr id="1083" name="Google Shape;1083;p145"/>
          <p:cNvSpPr txBox="1"/>
          <p:nvPr/>
        </p:nvSpPr>
        <p:spPr>
          <a:xfrm>
            <a:off x="411480" y="1856232"/>
            <a:ext cx="365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AE7A"/>
              </a:buClr>
              <a:buSzPts val="1400"/>
              <a:buFont typeface="Poppins"/>
              <a:buNone/>
            </a:pPr>
            <a:r>
              <a:rPr b="1" i="0" lang="en" sz="1400" u="none" cap="none" strike="noStrike">
                <a:solidFill>
                  <a:srgbClr val="1AAE7A"/>
                </a:solidFill>
                <a:latin typeface="Poppins"/>
                <a:ea typeface="Poppins"/>
                <a:cs typeface="Poppins"/>
                <a:sym typeface="Poppins"/>
              </a:rPr>
              <a:t>2.</a:t>
            </a:r>
            <a:endParaRPr b="0" i="0" sz="1400" u="none" cap="none" strike="noStrike">
              <a:solidFill>
                <a:schemeClr val="dk1"/>
              </a:solidFill>
              <a:latin typeface="Calibri"/>
              <a:ea typeface="Calibri"/>
              <a:cs typeface="Calibri"/>
              <a:sym typeface="Calibri"/>
            </a:endParaRPr>
          </a:p>
        </p:txBody>
      </p:sp>
      <p:sp>
        <p:nvSpPr>
          <p:cNvPr id="1084" name="Google Shape;1084;p145"/>
          <p:cNvSpPr txBox="1"/>
          <p:nvPr/>
        </p:nvSpPr>
        <p:spPr>
          <a:xfrm>
            <a:off x="795528" y="1856232"/>
            <a:ext cx="7772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400"/>
              <a:buFont typeface="Poppins"/>
              <a:buNone/>
            </a:pPr>
            <a:r>
              <a:rPr b="1" i="0" lang="en" sz="1400" u="none" cap="none" strike="noStrike">
                <a:solidFill>
                  <a:srgbClr val="111111"/>
                </a:solidFill>
                <a:latin typeface="Poppins"/>
                <a:ea typeface="Poppins"/>
                <a:cs typeface="Poppins"/>
                <a:sym typeface="Poppins"/>
              </a:rPr>
              <a:t>Week 4: Buddy Breakout Group Form</a:t>
            </a:r>
            <a:endParaRPr b="0" i="0" sz="1400" u="none" cap="none" strike="noStrike">
              <a:solidFill>
                <a:schemeClr val="dk1"/>
              </a:solidFill>
              <a:latin typeface="Calibri"/>
              <a:ea typeface="Calibri"/>
              <a:cs typeface="Calibri"/>
              <a:sym typeface="Calibri"/>
            </a:endParaRPr>
          </a:p>
        </p:txBody>
      </p:sp>
      <p:sp>
        <p:nvSpPr>
          <p:cNvPr id="1085" name="Google Shape;1085;p145"/>
          <p:cNvSpPr txBox="1"/>
          <p:nvPr/>
        </p:nvSpPr>
        <p:spPr>
          <a:xfrm>
            <a:off x="795528" y="2130552"/>
            <a:ext cx="7772400" cy="38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55B6E"/>
              </a:buClr>
              <a:buSzPts val="1050"/>
              <a:buFont typeface="Poppins"/>
              <a:buNone/>
            </a:pPr>
            <a:r>
              <a:rPr b="0" i="0" lang="en" sz="1050" u="none" cap="none" strike="noStrike">
                <a:solidFill>
                  <a:srgbClr val="555B6E"/>
                </a:solidFill>
                <a:latin typeface="Poppins"/>
                <a:ea typeface="Poppins"/>
                <a:cs typeface="Poppins"/>
                <a:sym typeface="Poppins"/>
              </a:rPr>
              <a:t>Want specific classmates? Fill out the Buddy Breakout Group Form. Groups go out in Week 4.</a:t>
            </a:r>
            <a:endParaRPr b="0" i="0" sz="1050" u="none" cap="none" strike="noStrike">
              <a:solidFill>
                <a:schemeClr val="dk1"/>
              </a:solidFill>
              <a:latin typeface="Calibri"/>
              <a:ea typeface="Calibri"/>
              <a:cs typeface="Calibri"/>
              <a:sym typeface="Calibri"/>
            </a:endParaRPr>
          </a:p>
        </p:txBody>
      </p:sp>
      <p:sp>
        <p:nvSpPr>
          <p:cNvPr id="1086" name="Google Shape;1086;p145"/>
          <p:cNvSpPr txBox="1"/>
          <p:nvPr/>
        </p:nvSpPr>
        <p:spPr>
          <a:xfrm>
            <a:off x="411480" y="2569464"/>
            <a:ext cx="365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AE7A"/>
              </a:buClr>
              <a:buSzPts val="1400"/>
              <a:buFont typeface="Poppins"/>
              <a:buNone/>
            </a:pPr>
            <a:r>
              <a:rPr b="1" i="0" lang="en" sz="1400" u="none" cap="none" strike="noStrike">
                <a:solidFill>
                  <a:srgbClr val="1AAE7A"/>
                </a:solidFill>
                <a:latin typeface="Poppins"/>
                <a:ea typeface="Poppins"/>
                <a:cs typeface="Poppins"/>
                <a:sym typeface="Poppins"/>
              </a:rPr>
              <a:t>3.</a:t>
            </a:r>
            <a:endParaRPr b="0" i="0" sz="1400" u="none" cap="none" strike="noStrike">
              <a:solidFill>
                <a:schemeClr val="dk1"/>
              </a:solidFill>
              <a:latin typeface="Calibri"/>
              <a:ea typeface="Calibri"/>
              <a:cs typeface="Calibri"/>
              <a:sym typeface="Calibri"/>
            </a:endParaRPr>
          </a:p>
        </p:txBody>
      </p:sp>
      <p:sp>
        <p:nvSpPr>
          <p:cNvPr id="1087" name="Google Shape;1087;p145"/>
          <p:cNvSpPr txBox="1"/>
          <p:nvPr/>
        </p:nvSpPr>
        <p:spPr>
          <a:xfrm>
            <a:off x="795528" y="2569464"/>
            <a:ext cx="7772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400"/>
              <a:buFont typeface="Poppins"/>
              <a:buNone/>
            </a:pPr>
            <a:r>
              <a:rPr b="1" i="0" lang="en" sz="1400" u="none" cap="none" strike="noStrike">
                <a:solidFill>
                  <a:srgbClr val="111111"/>
                </a:solidFill>
                <a:latin typeface="Poppins"/>
                <a:ea typeface="Poppins"/>
                <a:cs typeface="Poppins"/>
                <a:sym typeface="Poppins"/>
              </a:rPr>
              <a:t>Week 5+: Rooms Lock In</a:t>
            </a:r>
            <a:endParaRPr b="0" i="0" sz="1400" u="none" cap="none" strike="noStrike">
              <a:solidFill>
                <a:schemeClr val="dk1"/>
              </a:solidFill>
              <a:latin typeface="Calibri"/>
              <a:ea typeface="Calibri"/>
              <a:cs typeface="Calibri"/>
              <a:sym typeface="Calibri"/>
            </a:endParaRPr>
          </a:p>
        </p:txBody>
      </p:sp>
      <p:sp>
        <p:nvSpPr>
          <p:cNvPr id="1088" name="Google Shape;1088;p145"/>
          <p:cNvSpPr txBox="1"/>
          <p:nvPr/>
        </p:nvSpPr>
        <p:spPr>
          <a:xfrm>
            <a:off x="795528" y="2843784"/>
            <a:ext cx="7772400" cy="38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55B6E"/>
              </a:buClr>
              <a:buSzPts val="1050"/>
              <a:buFont typeface="Poppins"/>
              <a:buNone/>
            </a:pPr>
            <a:r>
              <a:rPr b="0" i="0" lang="en" sz="1050" u="none" cap="none" strike="noStrike">
                <a:solidFill>
                  <a:srgbClr val="555B6E"/>
                </a:solidFill>
                <a:latin typeface="Poppins"/>
                <a:ea typeface="Poppins"/>
                <a:cs typeface="Poppins"/>
                <a:sym typeface="Poppins"/>
              </a:rPr>
              <a:t>Buddy Groups from your form; everyone else grouped by location. Rooms stay fixed all term.</a:t>
            </a:r>
            <a:endParaRPr b="0" i="0" sz="1050" u="none" cap="none" strike="noStrike">
              <a:solidFill>
                <a:schemeClr val="dk1"/>
              </a:solidFill>
              <a:latin typeface="Calibri"/>
              <a:ea typeface="Calibri"/>
              <a:cs typeface="Calibri"/>
              <a:sym typeface="Calibri"/>
            </a:endParaRPr>
          </a:p>
        </p:txBody>
      </p:sp>
      <p:sp>
        <p:nvSpPr>
          <p:cNvPr id="1089" name="Google Shape;1089;p145"/>
          <p:cNvSpPr/>
          <p:nvPr/>
        </p:nvSpPr>
        <p:spPr>
          <a:xfrm>
            <a:off x="411480" y="3520440"/>
            <a:ext cx="8366700" cy="868800"/>
          </a:xfrm>
          <a:prstGeom prst="roundRect">
            <a:avLst>
              <a:gd fmla="val 10526" name="adj"/>
            </a:avLst>
          </a:prstGeom>
          <a:solidFill>
            <a:srgbClr val="D7FFEE"/>
          </a:solidFill>
          <a:ln cap="flat" cmpd="sng" w="19050">
            <a:solidFill>
              <a:srgbClr val="00C3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90" name="Google Shape;1090;p145"/>
          <p:cNvPicPr preferRelativeResize="0"/>
          <p:nvPr/>
        </p:nvPicPr>
        <p:blipFill rotWithShape="1">
          <a:blip r:embed="rId6">
            <a:alphaModFix/>
          </a:blip>
          <a:srcRect b="0" l="0" r="0" t="0"/>
          <a:stretch/>
        </p:blipFill>
        <p:spPr>
          <a:xfrm>
            <a:off x="640080" y="3808476"/>
            <a:ext cx="256032" cy="292608"/>
          </a:xfrm>
          <a:prstGeom prst="rect">
            <a:avLst/>
          </a:prstGeom>
          <a:noFill/>
          <a:ln>
            <a:noFill/>
          </a:ln>
        </p:spPr>
      </p:pic>
      <p:sp>
        <p:nvSpPr>
          <p:cNvPr id="1091" name="Google Shape;1091;p145"/>
          <p:cNvSpPr txBox="1"/>
          <p:nvPr/>
        </p:nvSpPr>
        <p:spPr>
          <a:xfrm>
            <a:off x="1051560" y="3520440"/>
            <a:ext cx="7543800" cy="86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AE7A"/>
              </a:buClr>
              <a:buSzPts val="1200"/>
              <a:buFont typeface="Poppins"/>
              <a:buNone/>
            </a:pPr>
            <a:r>
              <a:rPr b="1" i="0" lang="en" sz="1200" u="none" cap="none" strike="noStrike">
                <a:solidFill>
                  <a:srgbClr val="1AAE7A"/>
                </a:solidFill>
                <a:latin typeface="Poppins"/>
                <a:ea typeface="Poppins"/>
                <a:cs typeface="Poppins"/>
                <a:sym typeface="Poppins"/>
              </a:rPr>
              <a:t>Meet people early! </a:t>
            </a:r>
            <a:r>
              <a:rPr b="1" i="0" lang="en" sz="1200" u="none" cap="none" strike="noStrike">
                <a:solidFill>
                  <a:srgbClr val="111111"/>
                </a:solidFill>
                <a:latin typeface="Poppins"/>
                <a:ea typeface="Poppins"/>
                <a:cs typeface="Poppins"/>
                <a:sym typeface="Poppins"/>
              </a:rPr>
              <a:t>Find classmates you click with in Weeks 1–4 and save their names for the Week 4 form.</a:t>
            </a:r>
            <a:endParaRPr b="0" i="0" sz="1200" u="none" cap="none" strike="noStrike">
              <a:solidFill>
                <a:schemeClr val="dk1"/>
              </a:solidFill>
              <a:latin typeface="Calibri"/>
              <a:ea typeface="Calibri"/>
              <a:cs typeface="Calibri"/>
              <a:sym typeface="Calibri"/>
            </a:endParaRPr>
          </a:p>
        </p:txBody>
      </p:sp>
      <p:pic>
        <p:nvPicPr>
          <p:cNvPr descr="preencoded.png" id="1092" name="Google Shape;1092;p145"/>
          <p:cNvPicPr preferRelativeResize="0"/>
          <p:nvPr/>
        </p:nvPicPr>
        <p:blipFill rotWithShape="1">
          <a:blip r:embed="rId7">
            <a:alphaModFix/>
          </a:blip>
          <a:srcRect b="0" l="0" r="0" t="0"/>
          <a:stretch/>
        </p:blipFill>
        <p:spPr>
          <a:xfrm>
            <a:off x="7086600" y="4773168"/>
            <a:ext cx="1691638" cy="15544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p146"/>
          <p:cNvSpPr txBox="1"/>
          <p:nvPr>
            <p:ph type="title"/>
          </p:nvPr>
        </p:nvSpPr>
        <p:spPr>
          <a:xfrm>
            <a:off x="884825" y="2317200"/>
            <a:ext cx="52110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Lab: Unearthed Pt. 3</a:t>
            </a:r>
            <a:endParaRPr/>
          </a:p>
        </p:txBody>
      </p:sp>
      <p:sp>
        <p:nvSpPr>
          <p:cNvPr id="1098" name="Google Shape;1098;p146"/>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a:t>
            </a:r>
            <a:r>
              <a:rPr lang="en"/>
              <a:t> minutes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p147"/>
          <p:cNvSpPr txBox="1"/>
          <p:nvPr>
            <p:ph type="title"/>
          </p:nvPr>
        </p:nvSpPr>
        <p:spPr>
          <a:xfrm>
            <a:off x="500750" y="101538"/>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Render: Activating Your Database</a:t>
            </a:r>
            <a:endParaRPr/>
          </a:p>
        </p:txBody>
      </p:sp>
      <p:sp>
        <p:nvSpPr>
          <p:cNvPr id="1104" name="Google Shape;1104;p147"/>
          <p:cNvSpPr txBox="1"/>
          <p:nvPr>
            <p:ph idx="1" type="body"/>
          </p:nvPr>
        </p:nvSpPr>
        <p:spPr>
          <a:xfrm>
            <a:off x="95925" y="559775"/>
            <a:ext cx="8968200" cy="180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continuing your lab please make sure to turn you render database back on!</a:t>
            </a:r>
            <a:endParaRPr/>
          </a:p>
          <a:p>
            <a:pPr indent="0" lvl="0" marL="0" rtl="0" algn="l">
              <a:spcBef>
                <a:spcPts val="1000"/>
              </a:spcBef>
              <a:spcAft>
                <a:spcPts val="0"/>
              </a:spcAft>
              <a:buNone/>
            </a:pPr>
            <a:r>
              <a:rPr b="1" lang="en"/>
              <a:t>Steps to take:</a:t>
            </a:r>
            <a:endParaRPr b="1"/>
          </a:p>
          <a:p>
            <a:pPr indent="-342900" lvl="0" marL="457200" rtl="0" algn="l">
              <a:spcBef>
                <a:spcPts val="1000"/>
              </a:spcBef>
              <a:spcAft>
                <a:spcPts val="0"/>
              </a:spcAft>
              <a:buSzPts val="1800"/>
              <a:buAutoNum type="arabicPeriod"/>
            </a:pPr>
            <a:r>
              <a:rPr lang="en"/>
              <a:t>Projects tab —&gt; Select the database service —&gt; Click “Resume”</a:t>
            </a:r>
            <a:endParaRPr/>
          </a:p>
          <a:p>
            <a:pPr indent="0" lvl="0" marL="457200" rtl="0" algn="l">
              <a:spcBef>
                <a:spcPts val="1000"/>
              </a:spcBef>
              <a:spcAft>
                <a:spcPts val="0"/>
              </a:spcAft>
              <a:buNone/>
            </a:pPr>
            <a:r>
              <a:t/>
            </a:r>
            <a:endParaRPr/>
          </a:p>
          <a:p>
            <a:pPr indent="0" lvl="0" marL="457200" rtl="0" algn="l">
              <a:spcBef>
                <a:spcPts val="1000"/>
              </a:spcBef>
              <a:spcAft>
                <a:spcPts val="0"/>
              </a:spcAft>
              <a:buNone/>
            </a:pPr>
            <a:r>
              <a:t/>
            </a:r>
            <a:endParaRPr/>
          </a:p>
          <a:p>
            <a:pPr indent="0" lvl="0" marL="457200" rtl="0" algn="l">
              <a:spcBef>
                <a:spcPts val="1000"/>
              </a:spcBef>
              <a:spcAft>
                <a:spcPts val="0"/>
              </a:spcAft>
              <a:buNone/>
            </a:pPr>
            <a:r>
              <a:t/>
            </a:r>
            <a:endParaRPr/>
          </a:p>
          <a:p>
            <a:pPr indent="-342900" lvl="0" marL="457200" rtl="0" algn="l">
              <a:spcBef>
                <a:spcPts val="1000"/>
              </a:spcBef>
              <a:spcAft>
                <a:spcPts val="0"/>
              </a:spcAft>
              <a:buSzPts val="1800"/>
              <a:buAutoNum type="arabicPeriod"/>
            </a:pPr>
            <a:r>
              <a:rPr lang="en"/>
              <a:t>Once the Database restarts/resumes, you will see the status display “Available” with a green background!</a:t>
            </a:r>
            <a:endParaRPr/>
          </a:p>
          <a:p>
            <a:pPr indent="0" lvl="0" marL="0" rtl="0" algn="l">
              <a:spcBef>
                <a:spcPts val="1000"/>
              </a:spcBef>
              <a:spcAft>
                <a:spcPts val="0"/>
              </a:spcAft>
              <a:buNone/>
            </a:pPr>
            <a:r>
              <a:t/>
            </a:r>
            <a:endParaRPr/>
          </a:p>
          <a:p>
            <a:pPr indent="0" lvl="0" marL="0" rtl="0" algn="ctr">
              <a:spcBef>
                <a:spcPts val="1000"/>
              </a:spcBef>
              <a:spcAft>
                <a:spcPts val="1000"/>
              </a:spcAft>
              <a:buNone/>
            </a:pPr>
            <a:r>
              <a:t/>
            </a:r>
            <a:endParaRPr/>
          </a:p>
        </p:txBody>
      </p:sp>
      <p:sp>
        <p:nvSpPr>
          <p:cNvPr id="1105" name="Google Shape;1105;p14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106" name="Google Shape;1106;p147"/>
          <p:cNvPicPr preferRelativeResize="0"/>
          <p:nvPr/>
        </p:nvPicPr>
        <p:blipFill>
          <a:blip r:embed="rId3">
            <a:alphaModFix/>
          </a:blip>
          <a:stretch>
            <a:fillRect/>
          </a:stretch>
        </p:blipFill>
        <p:spPr>
          <a:xfrm>
            <a:off x="220175" y="2154275"/>
            <a:ext cx="8796376" cy="572600"/>
          </a:xfrm>
          <a:prstGeom prst="rect">
            <a:avLst/>
          </a:prstGeom>
          <a:noFill/>
          <a:ln>
            <a:noFill/>
          </a:ln>
        </p:spPr>
      </p:pic>
      <p:pic>
        <p:nvPicPr>
          <p:cNvPr id="1107" name="Google Shape;1107;p147"/>
          <p:cNvPicPr preferRelativeResize="0"/>
          <p:nvPr/>
        </p:nvPicPr>
        <p:blipFill>
          <a:blip r:embed="rId4">
            <a:alphaModFix/>
          </a:blip>
          <a:stretch>
            <a:fillRect/>
          </a:stretch>
        </p:blipFill>
        <p:spPr>
          <a:xfrm>
            <a:off x="1847850" y="2819000"/>
            <a:ext cx="5448300" cy="552450"/>
          </a:xfrm>
          <a:prstGeom prst="rect">
            <a:avLst/>
          </a:prstGeom>
          <a:noFill/>
          <a:ln>
            <a:noFill/>
          </a:ln>
        </p:spPr>
      </p:pic>
      <p:pic>
        <p:nvPicPr>
          <p:cNvPr id="1108" name="Google Shape;1108;p147"/>
          <p:cNvPicPr preferRelativeResize="0"/>
          <p:nvPr/>
        </p:nvPicPr>
        <p:blipFill>
          <a:blip r:embed="rId5">
            <a:alphaModFix/>
          </a:blip>
          <a:stretch>
            <a:fillRect/>
          </a:stretch>
        </p:blipFill>
        <p:spPr>
          <a:xfrm>
            <a:off x="1276350" y="4207200"/>
            <a:ext cx="6591300" cy="4095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148"/>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60</a:t>
            </a:r>
            <a:r>
              <a:rPr lang="en"/>
              <a:t> minutes</a:t>
            </a:r>
            <a:endParaRPr/>
          </a:p>
        </p:txBody>
      </p:sp>
      <p:sp>
        <p:nvSpPr>
          <p:cNvPr id="1114" name="Google Shape;1114;p148"/>
          <p:cNvSpPr txBox="1"/>
          <p:nvPr>
            <p:ph idx="2" type="body"/>
          </p:nvPr>
        </p:nvSpPr>
        <p:spPr>
          <a:xfrm>
            <a:off x="452400" y="1260500"/>
            <a:ext cx="6495900" cy="3360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Navigate to the 🔗</a:t>
            </a:r>
            <a:r>
              <a:rPr b="1" lang="en" u="sng">
                <a:solidFill>
                  <a:schemeClr val="hlink"/>
                </a:solidFill>
                <a:hlinkClick r:id="rId3"/>
              </a:rPr>
              <a:t>Lab tab</a:t>
            </a:r>
            <a:r>
              <a:rPr lang="en"/>
              <a:t> on the course portal.</a:t>
            </a:r>
            <a:endParaRPr/>
          </a:p>
          <a:p>
            <a:pPr indent="-342900" lvl="0" marL="457200" rtl="0" algn="l">
              <a:spcBef>
                <a:spcPts val="1000"/>
              </a:spcBef>
              <a:spcAft>
                <a:spcPts val="1000"/>
              </a:spcAft>
              <a:buSzPts val="1800"/>
              <a:buChar char="✱"/>
            </a:pPr>
            <a:r>
              <a:rPr lang="en"/>
              <a:t>Get started in </a:t>
            </a:r>
            <a:r>
              <a:rPr b="1" lang="en">
                <a:latin typeface="Roboto Mono"/>
                <a:ea typeface="Roboto Mono"/>
                <a:cs typeface="Roboto Mono"/>
                <a:sym typeface="Roboto Mono"/>
              </a:rPr>
              <a:t>Unearthed Pt. 3</a:t>
            </a:r>
            <a:r>
              <a:rPr lang="en"/>
              <a:t>!</a:t>
            </a:r>
            <a:endParaRPr/>
          </a:p>
        </p:txBody>
      </p:sp>
      <p:sp>
        <p:nvSpPr>
          <p:cNvPr id="1115" name="Google Shape;1115;p148"/>
          <p:cNvSpPr txBox="1"/>
          <p:nvPr>
            <p:ph idx="3" type="subTitle"/>
          </p:nvPr>
        </p:nvSpPr>
        <p:spPr>
          <a:xfrm>
            <a:off x="7040775" y="2436050"/>
            <a:ext cx="1764000" cy="4317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en">
                <a:latin typeface="Roboto Mono"/>
                <a:ea typeface="Roboto Mono"/>
                <a:cs typeface="Roboto Mono"/>
                <a:sym typeface="Roboto Mono"/>
              </a:rPr>
              <a:t>@web103-tas</a:t>
            </a:r>
            <a:endParaRPr>
              <a:latin typeface="Roboto Mono"/>
              <a:ea typeface="Roboto Mono"/>
              <a:cs typeface="Roboto Mono"/>
              <a:sym typeface="Roboto Mon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149"/>
          <p:cNvSpPr txBox="1"/>
          <p:nvPr>
            <p:ph type="title"/>
          </p:nvPr>
        </p:nvSpPr>
        <p:spPr>
          <a:xfrm>
            <a:off x="884825" y="2317200"/>
            <a:ext cx="20043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Wrap Up</a:t>
            </a:r>
            <a:endParaRPr/>
          </a:p>
        </p:txBody>
      </p:sp>
      <p:sp>
        <p:nvSpPr>
          <p:cNvPr id="1121" name="Google Shape;1121;p149"/>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5</a:t>
            </a:r>
            <a:r>
              <a:rPr lang="en"/>
              <a:t> minutes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p150"/>
          <p:cNvSpPr txBox="1"/>
          <p:nvPr>
            <p:ph type="title"/>
          </p:nvPr>
        </p:nvSpPr>
        <p:spPr>
          <a:xfrm>
            <a:off x="452400" y="481275"/>
            <a:ext cx="3701100" cy="9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Project Overview: Virtual Community</a:t>
            </a:r>
            <a:endParaRPr/>
          </a:p>
        </p:txBody>
      </p:sp>
      <p:sp>
        <p:nvSpPr>
          <p:cNvPr id="1127" name="Google Shape;1127;p150"/>
          <p:cNvSpPr txBox="1"/>
          <p:nvPr>
            <p:ph idx="1" type="body"/>
          </p:nvPr>
        </p:nvSpPr>
        <p:spPr>
          <a:xfrm>
            <a:off x="452400" y="1708475"/>
            <a:ext cx="3701100" cy="291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Create a virtual </a:t>
            </a:r>
            <a:r>
              <a:rPr b="1" lang="en" sz="2000"/>
              <a:t>community space</a:t>
            </a:r>
            <a:r>
              <a:rPr lang="en" sz="2000"/>
              <a:t> with an interactive interface that allows users to explore </a:t>
            </a:r>
            <a:r>
              <a:rPr b="1" lang="en" sz="2000"/>
              <a:t>events</a:t>
            </a:r>
            <a:r>
              <a:rPr lang="en" sz="2000"/>
              <a:t> by </a:t>
            </a:r>
            <a:r>
              <a:rPr b="1" lang="en" sz="2000"/>
              <a:t>location</a:t>
            </a:r>
            <a:r>
              <a:rPr lang="en" sz="2000"/>
              <a:t>.</a:t>
            </a:r>
            <a:endParaRPr sz="2000"/>
          </a:p>
          <a:p>
            <a:pPr indent="0" lvl="0" marL="0" rtl="0" algn="ctr">
              <a:spcBef>
                <a:spcPts val="1000"/>
              </a:spcBef>
              <a:spcAft>
                <a:spcPts val="1000"/>
              </a:spcAft>
              <a:buNone/>
            </a:pPr>
            <a:r>
              <a:rPr b="1" lang="en" sz="2000"/>
              <a:t>🔗</a:t>
            </a:r>
            <a:r>
              <a:rPr b="1" lang="en" sz="2000" u="sng">
                <a:solidFill>
                  <a:schemeClr val="accent5"/>
                </a:solidFill>
                <a:hlinkClick r:id="rId3">
                  <a:extLst>
                    <a:ext uri="{A12FA001-AC4F-418D-AE19-62706E023703}">
                      <ahyp:hlinkClr val="tx"/>
                    </a:ext>
                  </a:extLst>
                </a:hlinkClick>
              </a:rPr>
              <a:t>View an exemplar</a:t>
            </a:r>
            <a:endParaRPr b="1" sz="2200"/>
          </a:p>
        </p:txBody>
      </p:sp>
      <p:pic>
        <p:nvPicPr>
          <p:cNvPr id="1128" name="Google Shape;1128;p150"/>
          <p:cNvPicPr preferRelativeResize="0"/>
          <p:nvPr/>
        </p:nvPicPr>
        <p:blipFill rotWithShape="1">
          <a:blip r:embed="rId4">
            <a:alphaModFix/>
          </a:blip>
          <a:srcRect b="0" l="2299" r="30469" t="0"/>
          <a:stretch/>
        </p:blipFill>
        <p:spPr>
          <a:xfrm>
            <a:off x="4396600" y="859750"/>
            <a:ext cx="4458650" cy="35415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15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152"/>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you leave...</a:t>
            </a:r>
            <a:endParaRPr/>
          </a:p>
        </p:txBody>
      </p:sp>
      <p:sp>
        <p:nvSpPr>
          <p:cNvPr id="1139" name="Google Shape;1139;p152"/>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40" name="Google Shape;1140;p152"/>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Complete the </a:t>
            </a:r>
            <a:r>
              <a:rPr b="1" lang="en"/>
              <a:t>Project </a:t>
            </a:r>
            <a:r>
              <a:rPr lang="en"/>
              <a:t>before next session!</a:t>
            </a:r>
            <a:endParaRPr/>
          </a:p>
          <a:p>
            <a:pPr indent="-342900" lvl="1" marL="914400" rtl="0" algn="l">
              <a:spcBef>
                <a:spcPts val="1000"/>
              </a:spcBef>
              <a:spcAft>
                <a:spcPts val="0"/>
              </a:spcAft>
              <a:buSzPts val="1800"/>
              <a:buChar char="○"/>
            </a:pPr>
            <a:r>
              <a:rPr lang="en"/>
              <a:t>Submit on the course portal under the 🔗</a:t>
            </a:r>
            <a:r>
              <a:rPr b="1" lang="en" u="sng">
                <a:solidFill>
                  <a:schemeClr val="hlink"/>
                </a:solidFill>
                <a:hlinkClick r:id="rId3"/>
              </a:rPr>
              <a:t>Project Tab</a:t>
            </a:r>
            <a:endParaRPr b="1"/>
          </a:p>
          <a:p>
            <a:pPr indent="-342900" lvl="0" marL="457200" rtl="0" algn="l">
              <a:spcBef>
                <a:spcPts val="1000"/>
              </a:spcBef>
              <a:spcAft>
                <a:spcPts val="1000"/>
              </a:spcAft>
              <a:buSzPts val="1800"/>
              <a:buChar char="❒"/>
            </a:pPr>
            <a:r>
              <a:rPr lang="en"/>
              <a:t>Next session: Structuring Web Data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p153"/>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0" name="Shape 1150"/>
        <p:cNvGrpSpPr/>
        <p:nvPr/>
      </p:nvGrpSpPr>
      <p:grpSpPr>
        <a:xfrm>
          <a:off x="0" y="0"/>
          <a:ext cx="0" cy="0"/>
          <a:chOff x="0" y="0"/>
          <a:chExt cx="0" cy="0"/>
        </a:xfrm>
      </p:grpSpPr>
      <p:pic>
        <p:nvPicPr>
          <p:cNvPr descr="preencoded.png" id="1151" name="Google Shape;1151;p154"/>
          <p:cNvPicPr preferRelativeResize="0"/>
          <p:nvPr/>
        </p:nvPicPr>
        <p:blipFill rotWithShape="1">
          <a:blip r:embed="rId3">
            <a:alphaModFix amt="85000"/>
          </a:blip>
          <a:srcRect b="0" l="0" r="0" t="0"/>
          <a:stretch/>
        </p:blipFill>
        <p:spPr>
          <a:xfrm>
            <a:off x="6096000" y="-1428750"/>
            <a:ext cx="3905252" cy="4808673"/>
          </a:xfrm>
          <a:prstGeom prst="rect">
            <a:avLst/>
          </a:prstGeom>
          <a:noFill/>
          <a:ln>
            <a:noFill/>
          </a:ln>
        </p:spPr>
      </p:pic>
      <p:pic>
        <p:nvPicPr>
          <p:cNvPr descr="preencoded.png" id="1152" name="Google Shape;1152;p154"/>
          <p:cNvPicPr preferRelativeResize="0"/>
          <p:nvPr/>
        </p:nvPicPr>
        <p:blipFill rotWithShape="1">
          <a:blip r:embed="rId4">
            <a:alphaModFix/>
          </a:blip>
          <a:srcRect b="0" l="0" r="0" t="0"/>
          <a:stretch/>
        </p:blipFill>
        <p:spPr>
          <a:xfrm>
            <a:off x="476250" y="520341"/>
            <a:ext cx="1833008" cy="161925"/>
          </a:xfrm>
          <a:prstGeom prst="rect">
            <a:avLst/>
          </a:prstGeom>
          <a:noFill/>
          <a:ln>
            <a:noFill/>
          </a:ln>
        </p:spPr>
      </p:pic>
      <p:sp>
        <p:nvSpPr>
          <p:cNvPr id="1153" name="Google Shape;1153;p154"/>
          <p:cNvSpPr/>
          <p:nvPr/>
        </p:nvSpPr>
        <p:spPr>
          <a:xfrm>
            <a:off x="2404505" y="529866"/>
            <a:ext cx="4800" cy="143100"/>
          </a:xfrm>
          <a:prstGeom prst="rect">
            <a:avLst/>
          </a:prstGeom>
          <a:solidFill>
            <a:srgbClr val="C9CAD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54" name="Google Shape;1154;p154"/>
          <p:cNvSpPr/>
          <p:nvPr/>
        </p:nvSpPr>
        <p:spPr>
          <a:xfrm>
            <a:off x="2504517" y="515578"/>
            <a:ext cx="1833300" cy="1905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B1C57"/>
              </a:buClr>
              <a:buSzPts val="900"/>
              <a:buFont typeface="Poppins"/>
              <a:buNone/>
            </a:pPr>
            <a:r>
              <a:rPr b="1" i="0" lang="en" sz="900" u="none" cap="none" strike="noStrike">
                <a:solidFill>
                  <a:srgbClr val="1B1C57"/>
                </a:solidFill>
                <a:latin typeface="Poppins"/>
                <a:ea typeface="Poppins"/>
                <a:cs typeface="Poppins"/>
                <a:sym typeface="Poppins"/>
              </a:rPr>
              <a:t>WEEK 1 + 2 ASSIGNMENTS</a:t>
            </a:r>
            <a:endParaRPr b="0" i="0" sz="900" u="none" cap="none" strike="noStrike">
              <a:solidFill>
                <a:schemeClr val="dk1"/>
              </a:solidFill>
              <a:latin typeface="Calibri"/>
              <a:ea typeface="Calibri"/>
              <a:cs typeface="Calibri"/>
              <a:sym typeface="Calibri"/>
            </a:endParaRPr>
          </a:p>
        </p:txBody>
      </p:sp>
      <p:sp>
        <p:nvSpPr>
          <p:cNvPr id="1155" name="Google Shape;1155;p154"/>
          <p:cNvSpPr/>
          <p:nvPr/>
        </p:nvSpPr>
        <p:spPr>
          <a:xfrm>
            <a:off x="476250" y="791803"/>
            <a:ext cx="6810600" cy="419100"/>
          </a:xfrm>
          <a:prstGeom prst="rect">
            <a:avLst/>
          </a:prstGeom>
          <a:noFill/>
          <a:ln>
            <a:noFill/>
          </a:ln>
        </p:spPr>
        <p:txBody>
          <a:bodyPr anchorCtr="0" anchor="t" bIns="12700" lIns="12700" spcFirstLastPara="1" rIns="12700" wrap="square" tIns="12700">
            <a:noAutofit/>
          </a:bodyPr>
          <a:lstStyle/>
          <a:p>
            <a:pPr indent="0" lvl="0" marL="0" marR="0" rtl="0" algn="l">
              <a:lnSpc>
                <a:spcPct val="70000"/>
              </a:lnSpc>
              <a:spcBef>
                <a:spcPts val="0"/>
              </a:spcBef>
              <a:spcAft>
                <a:spcPts val="0"/>
              </a:spcAft>
              <a:buClr>
                <a:srgbClr val="1B1C57"/>
              </a:buClr>
              <a:buSzPts val="3000"/>
              <a:buFont typeface="Poppins"/>
              <a:buNone/>
            </a:pPr>
            <a:r>
              <a:rPr b="1" i="0" lang="en" sz="3000" u="none" cap="none" strike="noStrike">
                <a:solidFill>
                  <a:srgbClr val="1B1C57"/>
                </a:solidFill>
                <a:latin typeface="Poppins"/>
                <a:ea typeface="Poppins"/>
                <a:cs typeface="Poppins"/>
                <a:sym typeface="Poppins"/>
              </a:rPr>
              <a:t>You have more time to finish</a:t>
            </a:r>
            <a:endParaRPr b="0" i="0" sz="3000" u="none" cap="none" strike="noStrike">
              <a:solidFill>
                <a:schemeClr val="dk1"/>
              </a:solidFill>
              <a:latin typeface="Calibri"/>
              <a:ea typeface="Calibri"/>
              <a:cs typeface="Calibri"/>
              <a:sym typeface="Calibri"/>
            </a:endParaRPr>
          </a:p>
        </p:txBody>
      </p:sp>
      <p:sp>
        <p:nvSpPr>
          <p:cNvPr id="1156" name="Google Shape;1156;p154"/>
          <p:cNvSpPr/>
          <p:nvPr/>
        </p:nvSpPr>
        <p:spPr>
          <a:xfrm>
            <a:off x="476250" y="1296628"/>
            <a:ext cx="6376800" cy="445800"/>
          </a:xfrm>
          <a:prstGeom prst="rect">
            <a:avLst/>
          </a:prstGeom>
          <a:noFill/>
          <a:ln>
            <a:noFill/>
          </a:ln>
        </p:spPr>
        <p:txBody>
          <a:bodyPr anchorCtr="0" anchor="t" bIns="12700" lIns="12700" spcFirstLastPara="1" rIns="12700" wrap="square" tIns="12700">
            <a:noAutofit/>
          </a:bodyPr>
          <a:lstStyle/>
          <a:p>
            <a:pPr indent="0" lvl="0" marL="0" marR="0" rtl="0" algn="l">
              <a:lnSpc>
                <a:spcPct val="94316"/>
              </a:lnSpc>
              <a:spcBef>
                <a:spcPts val="0"/>
              </a:spcBef>
              <a:spcAft>
                <a:spcPts val="0"/>
              </a:spcAft>
              <a:buClr>
                <a:srgbClr val="4A4B78"/>
              </a:buClr>
              <a:buSzPts val="1200"/>
              <a:buFont typeface="Poppins"/>
              <a:buNone/>
            </a:pPr>
            <a:r>
              <a:rPr b="0" i="0" lang="en" sz="1200" u="none" cap="none" strike="noStrike">
                <a:solidFill>
                  <a:srgbClr val="4A4B78"/>
                </a:solidFill>
                <a:latin typeface="Poppins"/>
                <a:ea typeface="Poppins"/>
                <a:cs typeface="Poppins"/>
                <a:sym typeface="Poppins"/>
              </a:rPr>
              <a:t>Amazing job to everyone who submitted on time. We want to bring everyone to the finish line, so Week 1 + 2 assignments stay open through Sunday, Oct 4.</a:t>
            </a:r>
            <a:endParaRPr b="0" i="0" sz="1200" u="none" cap="none" strike="noStrike">
              <a:solidFill>
                <a:schemeClr val="dk1"/>
              </a:solidFill>
              <a:latin typeface="Calibri"/>
              <a:ea typeface="Calibri"/>
              <a:cs typeface="Calibri"/>
              <a:sym typeface="Calibri"/>
            </a:endParaRPr>
          </a:p>
        </p:txBody>
      </p:sp>
      <p:sp>
        <p:nvSpPr>
          <p:cNvPr id="1157" name="Google Shape;1157;p154"/>
          <p:cNvSpPr/>
          <p:nvPr/>
        </p:nvSpPr>
        <p:spPr>
          <a:xfrm>
            <a:off x="7048500" y="436029"/>
            <a:ext cx="1619100" cy="1366800"/>
          </a:xfrm>
          <a:prstGeom prst="roundRect">
            <a:avLst>
              <a:gd fmla="val 11150" name="adj"/>
            </a:avLst>
          </a:prstGeom>
          <a:solidFill>
            <a:srgbClr val="FFFFFF"/>
          </a:solidFill>
          <a:ln>
            <a:noFill/>
          </a:ln>
          <a:effectLst>
            <a:outerShdw blurRad="285750" rotWithShape="0" algn="bl" dir="5400000" dist="114300">
              <a:srgbClr val="1B1C57">
                <a:alpha val="34900"/>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58" name="Google Shape;1158;p154"/>
          <p:cNvSpPr/>
          <p:nvPr/>
        </p:nvSpPr>
        <p:spPr>
          <a:xfrm>
            <a:off x="7219950" y="588429"/>
            <a:ext cx="1314600" cy="362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0875C"/>
              </a:buClr>
              <a:buSzPts val="900"/>
              <a:buFont typeface="Poppins"/>
              <a:buNone/>
            </a:pPr>
            <a:r>
              <a:rPr b="1" i="0" lang="en" sz="900" u="none" cap="none" strike="noStrike">
                <a:solidFill>
                  <a:srgbClr val="00875C"/>
                </a:solidFill>
                <a:latin typeface="Poppins"/>
                <a:ea typeface="Poppins"/>
                <a:cs typeface="Poppins"/>
                <a:sym typeface="Poppins"/>
              </a:rPr>
              <a:t>EXTENDED DEADLINE</a:t>
            </a:r>
            <a:endParaRPr b="0" i="0" sz="900" u="none" cap="none" strike="noStrike">
              <a:solidFill>
                <a:schemeClr val="dk1"/>
              </a:solidFill>
              <a:latin typeface="Calibri"/>
              <a:ea typeface="Calibri"/>
              <a:cs typeface="Calibri"/>
              <a:sym typeface="Calibri"/>
            </a:endParaRPr>
          </a:p>
        </p:txBody>
      </p:sp>
      <p:sp>
        <p:nvSpPr>
          <p:cNvPr id="1159" name="Google Shape;1159;p154"/>
          <p:cNvSpPr/>
          <p:nvPr/>
        </p:nvSpPr>
        <p:spPr>
          <a:xfrm>
            <a:off x="7219950" y="959904"/>
            <a:ext cx="1300500" cy="476400"/>
          </a:xfrm>
          <a:prstGeom prst="rect">
            <a:avLst/>
          </a:prstGeom>
          <a:noFill/>
          <a:ln>
            <a:noFill/>
          </a:ln>
        </p:spPr>
        <p:txBody>
          <a:bodyPr anchorCtr="0" anchor="t" bIns="12700" lIns="12700" spcFirstLastPara="1" rIns="12700" wrap="square" tIns="12700">
            <a:noAutofit/>
          </a:bodyPr>
          <a:lstStyle/>
          <a:p>
            <a:pPr indent="0" lvl="0" marL="0" marR="0" rtl="0" algn="l">
              <a:lnSpc>
                <a:spcPct val="66667"/>
              </a:lnSpc>
              <a:spcBef>
                <a:spcPts val="0"/>
              </a:spcBef>
              <a:spcAft>
                <a:spcPts val="0"/>
              </a:spcAft>
              <a:buClr>
                <a:srgbClr val="1B1C57"/>
              </a:buClr>
              <a:buSzPts val="3600"/>
              <a:buFont typeface="Poppins"/>
              <a:buNone/>
            </a:pPr>
            <a:r>
              <a:rPr b="1" i="0" lang="en" sz="3600" u="none" cap="none" strike="noStrike">
                <a:solidFill>
                  <a:srgbClr val="1B1C57"/>
                </a:solidFill>
                <a:latin typeface="Poppins"/>
                <a:ea typeface="Poppins"/>
                <a:cs typeface="Poppins"/>
                <a:sym typeface="Poppins"/>
              </a:rPr>
              <a:t>Oct 4</a:t>
            </a:r>
            <a:endParaRPr b="0" i="0" sz="3600" u="none" cap="none" strike="noStrike">
              <a:solidFill>
                <a:schemeClr val="dk1"/>
              </a:solidFill>
              <a:latin typeface="Calibri"/>
              <a:ea typeface="Calibri"/>
              <a:cs typeface="Calibri"/>
              <a:sym typeface="Calibri"/>
            </a:endParaRPr>
          </a:p>
        </p:txBody>
      </p:sp>
      <p:sp>
        <p:nvSpPr>
          <p:cNvPr id="1160" name="Google Shape;1160;p154"/>
          <p:cNvSpPr/>
          <p:nvPr/>
        </p:nvSpPr>
        <p:spPr>
          <a:xfrm>
            <a:off x="7219950" y="1445679"/>
            <a:ext cx="513600" cy="2049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B1C57"/>
              </a:buClr>
              <a:buSzPts val="1000"/>
              <a:buFont typeface="Poppins"/>
              <a:buNone/>
            </a:pPr>
            <a:r>
              <a:rPr b="0" i="0" lang="en" sz="1000" u="none" cap="none" strike="noStrike">
                <a:solidFill>
                  <a:srgbClr val="1B1C57"/>
                </a:solidFill>
                <a:latin typeface="Poppins"/>
                <a:ea typeface="Poppins"/>
                <a:cs typeface="Poppins"/>
                <a:sym typeface="Poppins"/>
              </a:rPr>
              <a:t>Sunday</a:t>
            </a:r>
            <a:endParaRPr b="0" i="0" sz="1000" u="none" cap="none" strike="noStrike">
              <a:solidFill>
                <a:schemeClr val="dk1"/>
              </a:solidFill>
              <a:latin typeface="Calibri"/>
              <a:ea typeface="Calibri"/>
              <a:cs typeface="Calibri"/>
              <a:sym typeface="Calibri"/>
            </a:endParaRPr>
          </a:p>
        </p:txBody>
      </p:sp>
      <p:sp>
        <p:nvSpPr>
          <p:cNvPr id="1161" name="Google Shape;1161;p154"/>
          <p:cNvSpPr/>
          <p:nvPr/>
        </p:nvSpPr>
        <p:spPr>
          <a:xfrm>
            <a:off x="476250" y="1993367"/>
            <a:ext cx="4038600" cy="1131600"/>
          </a:xfrm>
          <a:prstGeom prst="roundRect">
            <a:avLst>
              <a:gd fmla="val 10101" name="adj"/>
            </a:avLst>
          </a:prstGeom>
          <a:solidFill>
            <a:srgbClr val="F3F4F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62" name="Google Shape;1162;p154"/>
          <p:cNvSpPr/>
          <p:nvPr/>
        </p:nvSpPr>
        <p:spPr>
          <a:xfrm>
            <a:off x="638175" y="2136242"/>
            <a:ext cx="4086300" cy="1905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B5C87"/>
              </a:buClr>
              <a:buSzPts val="900"/>
              <a:buFont typeface="Poppins"/>
              <a:buNone/>
            </a:pPr>
            <a:r>
              <a:rPr b="1" i="0" lang="en" sz="900" u="none" cap="none" strike="noStrike">
                <a:solidFill>
                  <a:srgbClr val="5B5C87"/>
                </a:solidFill>
                <a:latin typeface="Poppins"/>
                <a:ea typeface="Poppins"/>
                <a:cs typeface="Poppins"/>
                <a:sym typeface="Poppins"/>
              </a:rPr>
              <a:t>HAVEN'T SUBMITTED YET</a:t>
            </a:r>
            <a:endParaRPr b="0" i="0" sz="900" u="none" cap="none" strike="noStrike">
              <a:solidFill>
                <a:schemeClr val="dk1"/>
              </a:solidFill>
              <a:latin typeface="Calibri"/>
              <a:ea typeface="Calibri"/>
              <a:cs typeface="Calibri"/>
              <a:sym typeface="Calibri"/>
            </a:endParaRPr>
          </a:p>
        </p:txBody>
      </p:sp>
      <p:sp>
        <p:nvSpPr>
          <p:cNvPr id="1163" name="Google Shape;1163;p154"/>
          <p:cNvSpPr/>
          <p:nvPr/>
        </p:nvSpPr>
        <p:spPr>
          <a:xfrm>
            <a:off x="638175" y="2364842"/>
            <a:ext cx="4086300" cy="213300"/>
          </a:xfrm>
          <a:prstGeom prst="rect">
            <a:avLst/>
          </a:prstGeom>
          <a:noFill/>
          <a:ln>
            <a:noFill/>
          </a:ln>
        </p:spPr>
        <p:txBody>
          <a:bodyPr anchorCtr="0" anchor="t" bIns="12700" lIns="12700" spcFirstLastPara="1" rIns="12700" wrap="square" tIns="12700">
            <a:noAutofit/>
          </a:bodyPr>
          <a:lstStyle/>
          <a:p>
            <a:pPr indent="0" lvl="0" marL="0" marR="0" rtl="0" algn="l">
              <a:lnSpc>
                <a:spcPct val="80000"/>
              </a:lnSpc>
              <a:spcBef>
                <a:spcPts val="0"/>
              </a:spcBef>
              <a:spcAft>
                <a:spcPts val="0"/>
              </a:spcAft>
              <a:buClr>
                <a:srgbClr val="1B1C57"/>
              </a:buClr>
              <a:buSzPts val="1300"/>
              <a:buFont typeface="Poppins"/>
              <a:buNone/>
            </a:pPr>
            <a:r>
              <a:rPr b="1" i="0" lang="en" sz="1300" u="none" cap="none" strike="noStrike">
                <a:solidFill>
                  <a:srgbClr val="1B1C57"/>
                </a:solidFill>
                <a:latin typeface="Poppins"/>
                <a:ea typeface="Poppins"/>
                <a:cs typeface="Poppins"/>
                <a:sym typeface="Poppins"/>
              </a:rPr>
              <a:t>Get your work in by Oct 4.</a:t>
            </a:r>
            <a:endParaRPr b="0" i="0" sz="1300" u="none" cap="none" strike="noStrike">
              <a:solidFill>
                <a:schemeClr val="dk1"/>
              </a:solidFill>
              <a:latin typeface="Calibri"/>
              <a:ea typeface="Calibri"/>
              <a:cs typeface="Calibri"/>
              <a:sym typeface="Calibri"/>
            </a:endParaRPr>
          </a:p>
        </p:txBody>
      </p:sp>
      <p:sp>
        <p:nvSpPr>
          <p:cNvPr id="1164" name="Google Shape;1164;p154"/>
          <p:cNvSpPr/>
          <p:nvPr/>
        </p:nvSpPr>
        <p:spPr>
          <a:xfrm>
            <a:off x="638175" y="2638225"/>
            <a:ext cx="3905400" cy="365700"/>
          </a:xfrm>
          <a:prstGeom prst="rect">
            <a:avLst/>
          </a:prstGeom>
          <a:noFill/>
          <a:ln>
            <a:noFill/>
          </a:ln>
        </p:spPr>
        <p:txBody>
          <a:bodyPr anchorCtr="0" anchor="t" bIns="12700" lIns="12700" spcFirstLastPara="1" rIns="12700" wrap="square" tIns="12700">
            <a:noAutofit/>
          </a:bodyPr>
          <a:lstStyle/>
          <a:p>
            <a:pPr indent="0" lvl="0" marL="0" marR="0" rtl="0" algn="l">
              <a:lnSpc>
                <a:spcPct val="93333"/>
              </a:lnSpc>
              <a:spcBef>
                <a:spcPts val="0"/>
              </a:spcBef>
              <a:spcAft>
                <a:spcPts val="0"/>
              </a:spcAft>
              <a:buClr>
                <a:srgbClr val="1B1C57"/>
              </a:buClr>
              <a:buSzPts val="1000"/>
              <a:buFont typeface="Poppins"/>
              <a:buNone/>
            </a:pPr>
            <a:r>
              <a:rPr b="0" i="0" lang="en" sz="1000" u="none" cap="none" strike="noStrike">
                <a:solidFill>
                  <a:srgbClr val="1B1C57"/>
                </a:solidFill>
                <a:latin typeface="Poppins"/>
                <a:ea typeface="Poppins"/>
                <a:cs typeface="Poppins"/>
                <a:sym typeface="Poppins"/>
              </a:rPr>
              <a:t>Submit your Week 1 and Week 2 assignments by Sun, Oct 4.</a:t>
            </a:r>
            <a:endParaRPr b="0" i="0" sz="1000" u="none" cap="none" strike="noStrike">
              <a:solidFill>
                <a:schemeClr val="dk1"/>
              </a:solidFill>
              <a:latin typeface="Calibri"/>
              <a:ea typeface="Calibri"/>
              <a:cs typeface="Calibri"/>
              <a:sym typeface="Calibri"/>
            </a:endParaRPr>
          </a:p>
        </p:txBody>
      </p:sp>
      <p:sp>
        <p:nvSpPr>
          <p:cNvPr id="1165" name="Google Shape;1165;p154"/>
          <p:cNvSpPr/>
          <p:nvPr/>
        </p:nvSpPr>
        <p:spPr>
          <a:xfrm>
            <a:off x="4629150" y="1993367"/>
            <a:ext cx="4038600" cy="1131600"/>
          </a:xfrm>
          <a:prstGeom prst="roundRect">
            <a:avLst>
              <a:gd fmla="val 10101" name="adj"/>
            </a:avLst>
          </a:prstGeom>
          <a:solidFill>
            <a:srgbClr val="F3F4F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66" name="Google Shape;1166;p154"/>
          <p:cNvSpPr/>
          <p:nvPr/>
        </p:nvSpPr>
        <p:spPr>
          <a:xfrm>
            <a:off x="4791075" y="2136242"/>
            <a:ext cx="4086300" cy="1905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B5C87"/>
              </a:buClr>
              <a:buSzPts val="900"/>
              <a:buFont typeface="Poppins"/>
              <a:buNone/>
            </a:pPr>
            <a:r>
              <a:rPr b="1" i="0" lang="en" sz="900" u="none" cap="none" strike="noStrike">
                <a:solidFill>
                  <a:srgbClr val="5B5C87"/>
                </a:solidFill>
                <a:latin typeface="Poppins"/>
                <a:ea typeface="Poppins"/>
                <a:cs typeface="Poppins"/>
                <a:sym typeface="Poppins"/>
              </a:rPr>
              <a:t>ALREADY SUBMITTED</a:t>
            </a:r>
            <a:endParaRPr b="0" i="0" sz="900" u="none" cap="none" strike="noStrike">
              <a:solidFill>
                <a:schemeClr val="dk1"/>
              </a:solidFill>
              <a:latin typeface="Calibri"/>
              <a:ea typeface="Calibri"/>
              <a:cs typeface="Calibri"/>
              <a:sym typeface="Calibri"/>
            </a:endParaRPr>
          </a:p>
        </p:txBody>
      </p:sp>
      <p:sp>
        <p:nvSpPr>
          <p:cNvPr id="1167" name="Google Shape;1167;p154"/>
          <p:cNvSpPr/>
          <p:nvPr/>
        </p:nvSpPr>
        <p:spPr>
          <a:xfrm>
            <a:off x="4791075" y="2364842"/>
            <a:ext cx="4086300" cy="213300"/>
          </a:xfrm>
          <a:prstGeom prst="rect">
            <a:avLst/>
          </a:prstGeom>
          <a:noFill/>
          <a:ln>
            <a:noFill/>
          </a:ln>
        </p:spPr>
        <p:txBody>
          <a:bodyPr anchorCtr="0" anchor="t" bIns="12700" lIns="12700" spcFirstLastPara="1" rIns="12700" wrap="square" tIns="12700">
            <a:noAutofit/>
          </a:bodyPr>
          <a:lstStyle/>
          <a:p>
            <a:pPr indent="0" lvl="0" marL="0" marR="0" rtl="0" algn="l">
              <a:lnSpc>
                <a:spcPct val="80000"/>
              </a:lnSpc>
              <a:spcBef>
                <a:spcPts val="0"/>
              </a:spcBef>
              <a:spcAft>
                <a:spcPts val="0"/>
              </a:spcAft>
              <a:buClr>
                <a:srgbClr val="1B1C57"/>
              </a:buClr>
              <a:buSzPts val="1300"/>
              <a:buFont typeface="Poppins"/>
              <a:buNone/>
            </a:pPr>
            <a:r>
              <a:rPr b="1" i="0" lang="en" sz="1300" u="none" cap="none" strike="noStrike">
                <a:solidFill>
                  <a:srgbClr val="1B1C57"/>
                </a:solidFill>
                <a:latin typeface="Poppins"/>
                <a:ea typeface="Poppins"/>
                <a:cs typeface="Poppins"/>
                <a:sym typeface="Poppins"/>
              </a:rPr>
              <a:t>Resubmit for a higher score.</a:t>
            </a:r>
            <a:endParaRPr b="0" i="0" sz="1300" u="none" cap="none" strike="noStrike">
              <a:solidFill>
                <a:schemeClr val="dk1"/>
              </a:solidFill>
              <a:latin typeface="Calibri"/>
              <a:ea typeface="Calibri"/>
              <a:cs typeface="Calibri"/>
              <a:sym typeface="Calibri"/>
            </a:endParaRPr>
          </a:p>
        </p:txBody>
      </p:sp>
      <p:sp>
        <p:nvSpPr>
          <p:cNvPr id="1168" name="Google Shape;1168;p154"/>
          <p:cNvSpPr/>
          <p:nvPr/>
        </p:nvSpPr>
        <p:spPr>
          <a:xfrm>
            <a:off x="476250" y="3315407"/>
            <a:ext cx="8191500" cy="1430100"/>
          </a:xfrm>
          <a:prstGeom prst="roundRect">
            <a:avLst>
              <a:gd fmla="val 7992" name="adj"/>
            </a:avLst>
          </a:prstGeom>
          <a:solidFill>
            <a:srgbClr val="E6F9F2"/>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69" name="Google Shape;1169;p154"/>
          <p:cNvSpPr/>
          <p:nvPr/>
        </p:nvSpPr>
        <p:spPr>
          <a:xfrm>
            <a:off x="666750" y="3458282"/>
            <a:ext cx="8591400" cy="1905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0875C"/>
              </a:buClr>
              <a:buSzPts val="900"/>
              <a:buFont typeface="Poppins"/>
              <a:buNone/>
            </a:pPr>
            <a:r>
              <a:rPr b="1" i="0" lang="en" sz="900" u="none" cap="none" strike="noStrike">
                <a:solidFill>
                  <a:srgbClr val="00875C"/>
                </a:solidFill>
                <a:latin typeface="Poppins"/>
                <a:ea typeface="Poppins"/>
                <a:cs typeface="Poppins"/>
                <a:sym typeface="Poppins"/>
              </a:rPr>
              <a:t>STUCK? WE'VE GOT YOU</a:t>
            </a:r>
            <a:endParaRPr b="0" i="0" sz="900" u="none" cap="none" strike="noStrike">
              <a:solidFill>
                <a:schemeClr val="dk1"/>
              </a:solidFill>
              <a:latin typeface="Calibri"/>
              <a:ea typeface="Calibri"/>
              <a:cs typeface="Calibri"/>
              <a:sym typeface="Calibri"/>
            </a:endParaRPr>
          </a:p>
        </p:txBody>
      </p:sp>
      <p:sp>
        <p:nvSpPr>
          <p:cNvPr id="1170" name="Google Shape;1170;p154"/>
          <p:cNvSpPr/>
          <p:nvPr/>
        </p:nvSpPr>
        <p:spPr>
          <a:xfrm>
            <a:off x="666750" y="3724982"/>
            <a:ext cx="1385100" cy="245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B1C57"/>
              </a:buClr>
              <a:buSzPts val="1200"/>
              <a:buFont typeface="Poppins"/>
              <a:buNone/>
            </a:pPr>
            <a:r>
              <a:rPr b="1" i="0" lang="en" sz="1200" u="none" cap="none" strike="noStrike">
                <a:solidFill>
                  <a:srgbClr val="1B1C57"/>
                </a:solidFill>
                <a:latin typeface="Poppins"/>
                <a:ea typeface="Poppins"/>
                <a:cs typeface="Poppins"/>
                <a:sym typeface="Poppins"/>
              </a:rPr>
              <a:t>Current support</a:t>
            </a:r>
            <a:endParaRPr b="0" i="0" sz="1200" u="none" cap="none" strike="noStrike">
              <a:solidFill>
                <a:schemeClr val="dk1"/>
              </a:solidFill>
              <a:latin typeface="Calibri"/>
              <a:ea typeface="Calibri"/>
              <a:cs typeface="Calibri"/>
              <a:sym typeface="Calibri"/>
            </a:endParaRPr>
          </a:p>
        </p:txBody>
      </p:sp>
      <p:sp>
        <p:nvSpPr>
          <p:cNvPr id="1171" name="Google Shape;1171;p154"/>
          <p:cNvSpPr/>
          <p:nvPr/>
        </p:nvSpPr>
        <p:spPr>
          <a:xfrm>
            <a:off x="2001962" y="3767845"/>
            <a:ext cx="903000" cy="1905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0875C"/>
              </a:buClr>
              <a:buSzPts val="900"/>
              <a:buFont typeface="Poppins"/>
              <a:buNone/>
            </a:pPr>
            <a:r>
              <a:rPr b="1" i="0" lang="en" sz="900" u="none" cap="none" strike="noStrike">
                <a:solidFill>
                  <a:srgbClr val="00875C"/>
                </a:solidFill>
                <a:latin typeface="Poppins"/>
                <a:ea typeface="Poppins"/>
                <a:cs typeface="Poppins"/>
                <a:sym typeface="Poppins"/>
              </a:rPr>
              <a:t>Available now</a:t>
            </a:r>
            <a:endParaRPr b="0" i="0" sz="900" u="none" cap="none" strike="noStrike">
              <a:solidFill>
                <a:schemeClr val="dk1"/>
              </a:solidFill>
              <a:latin typeface="Calibri"/>
              <a:ea typeface="Calibri"/>
              <a:cs typeface="Calibri"/>
              <a:sym typeface="Calibri"/>
            </a:endParaRPr>
          </a:p>
        </p:txBody>
      </p:sp>
      <p:sp>
        <p:nvSpPr>
          <p:cNvPr id="1172" name="Google Shape;1172;p154"/>
          <p:cNvSpPr/>
          <p:nvPr/>
        </p:nvSpPr>
        <p:spPr>
          <a:xfrm>
            <a:off x="666750" y="3989301"/>
            <a:ext cx="2550900" cy="365700"/>
          </a:xfrm>
          <a:prstGeom prst="rect">
            <a:avLst/>
          </a:prstGeom>
          <a:noFill/>
          <a:ln>
            <a:noFill/>
          </a:ln>
        </p:spPr>
        <p:txBody>
          <a:bodyPr anchorCtr="0" anchor="t" bIns="12700" lIns="12700" spcFirstLastPara="1" rIns="12700" wrap="square" tIns="12700">
            <a:noAutofit/>
          </a:bodyPr>
          <a:lstStyle/>
          <a:p>
            <a:pPr indent="0" lvl="0" marL="0" marR="0" rtl="0" algn="l">
              <a:lnSpc>
                <a:spcPct val="93333"/>
              </a:lnSpc>
              <a:spcBef>
                <a:spcPts val="0"/>
              </a:spcBef>
              <a:spcAft>
                <a:spcPts val="0"/>
              </a:spcAft>
              <a:buClr>
                <a:srgbClr val="1B1C57"/>
              </a:buClr>
              <a:buSzPts val="1000"/>
              <a:buFont typeface="Poppins"/>
              <a:buNone/>
            </a:pPr>
            <a:r>
              <a:rPr b="0" i="0" lang="en" sz="1000" u="none" cap="none" strike="noStrike">
                <a:solidFill>
                  <a:srgbClr val="1B1C57"/>
                </a:solidFill>
                <a:latin typeface="Poppins"/>
                <a:ea typeface="Poppins"/>
                <a:cs typeface="Poppins"/>
                <a:sym typeface="Poppins"/>
              </a:rPr>
              <a:t>Help channels on Slack, plus Fix It Garage and Study Hall sessions.</a:t>
            </a:r>
            <a:endParaRPr b="0" i="0" sz="1000" u="none" cap="none" strike="noStrike">
              <a:solidFill>
                <a:schemeClr val="dk1"/>
              </a:solidFill>
              <a:latin typeface="Calibri"/>
              <a:ea typeface="Calibri"/>
              <a:cs typeface="Calibri"/>
              <a:sym typeface="Calibri"/>
            </a:endParaRPr>
          </a:p>
        </p:txBody>
      </p:sp>
      <p:sp>
        <p:nvSpPr>
          <p:cNvPr id="1173" name="Google Shape;1173;p154"/>
          <p:cNvSpPr/>
          <p:nvPr/>
        </p:nvSpPr>
        <p:spPr>
          <a:xfrm>
            <a:off x="3333750" y="3724982"/>
            <a:ext cx="1680900" cy="245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B1C57"/>
              </a:buClr>
              <a:buSzPts val="1200"/>
              <a:buFont typeface="Poppins"/>
              <a:buNone/>
            </a:pPr>
            <a:r>
              <a:rPr b="1" i="0" lang="en" sz="1200" u="none" cap="none" strike="noStrike">
                <a:solidFill>
                  <a:srgbClr val="1B1C57"/>
                </a:solidFill>
                <a:latin typeface="Poppins"/>
                <a:ea typeface="Poppins"/>
                <a:cs typeface="Poppins"/>
                <a:sym typeface="Poppins"/>
              </a:rPr>
              <a:t>Email a Tech Coach</a:t>
            </a:r>
            <a:endParaRPr b="0" i="0" sz="1200" u="none" cap="none" strike="noStrike">
              <a:solidFill>
                <a:schemeClr val="dk1"/>
              </a:solidFill>
              <a:latin typeface="Calibri"/>
              <a:ea typeface="Calibri"/>
              <a:cs typeface="Calibri"/>
              <a:sym typeface="Calibri"/>
            </a:endParaRPr>
          </a:p>
        </p:txBody>
      </p:sp>
      <p:sp>
        <p:nvSpPr>
          <p:cNvPr id="1174" name="Google Shape;1174;p154"/>
          <p:cNvSpPr/>
          <p:nvPr/>
        </p:nvSpPr>
        <p:spPr>
          <a:xfrm>
            <a:off x="3333750" y="3989301"/>
            <a:ext cx="2550900" cy="365700"/>
          </a:xfrm>
          <a:prstGeom prst="rect">
            <a:avLst/>
          </a:prstGeom>
          <a:noFill/>
          <a:ln>
            <a:noFill/>
          </a:ln>
        </p:spPr>
        <p:txBody>
          <a:bodyPr anchorCtr="0" anchor="t" bIns="12700" lIns="12700" spcFirstLastPara="1" rIns="12700" wrap="square" tIns="12700">
            <a:noAutofit/>
          </a:bodyPr>
          <a:lstStyle/>
          <a:p>
            <a:pPr indent="0" lvl="0" marL="0" marR="0" rtl="0" algn="l">
              <a:lnSpc>
                <a:spcPct val="93333"/>
              </a:lnSpc>
              <a:spcBef>
                <a:spcPts val="0"/>
              </a:spcBef>
              <a:spcAft>
                <a:spcPts val="0"/>
              </a:spcAft>
              <a:buClr>
                <a:srgbClr val="1B1C57"/>
              </a:buClr>
              <a:buSzPts val="1000"/>
              <a:buFont typeface="Poppins"/>
              <a:buNone/>
            </a:pPr>
            <a:r>
              <a:rPr b="0" i="0" lang="en" sz="1000" u="none" cap="none" strike="noStrike">
                <a:solidFill>
                  <a:srgbClr val="1B1C57"/>
                </a:solidFill>
                <a:latin typeface="Poppins"/>
                <a:ea typeface="Poppins"/>
                <a:cs typeface="Poppins"/>
                <a:sym typeface="Poppins"/>
              </a:rPr>
              <a:t>Get 1:1 help at </a:t>
            </a:r>
            <a:r>
              <a:rPr b="1" i="0" lang="en" sz="1000" u="none" cap="none" strike="noStrike">
                <a:solidFill>
                  <a:srgbClr val="1B1C57"/>
                </a:solidFill>
                <a:latin typeface="Poppins"/>
                <a:ea typeface="Poppins"/>
                <a:cs typeface="Poppins"/>
                <a:sym typeface="Poppins"/>
              </a:rPr>
              <a:t>support@codepath.org </a:t>
            </a:r>
            <a:r>
              <a:rPr b="0" i="0" lang="en" sz="1000" u="none" cap="none" strike="noStrike">
                <a:solidFill>
                  <a:srgbClr val="1B1C57"/>
                </a:solidFill>
                <a:latin typeface="Poppins"/>
                <a:ea typeface="Poppins"/>
                <a:cs typeface="Poppins"/>
                <a:sym typeface="Poppins"/>
              </a:rPr>
              <a:t>, in addition to Slack.</a:t>
            </a:r>
            <a:endParaRPr b="0" i="0" sz="1000" u="none" cap="none" strike="noStrike">
              <a:solidFill>
                <a:schemeClr val="dk1"/>
              </a:solidFill>
              <a:latin typeface="Calibri"/>
              <a:ea typeface="Calibri"/>
              <a:cs typeface="Calibri"/>
              <a:sym typeface="Calibri"/>
            </a:endParaRPr>
          </a:p>
        </p:txBody>
      </p:sp>
      <p:sp>
        <p:nvSpPr>
          <p:cNvPr id="1175" name="Google Shape;1175;p154"/>
          <p:cNvSpPr/>
          <p:nvPr/>
        </p:nvSpPr>
        <p:spPr>
          <a:xfrm>
            <a:off x="6000750" y="3724982"/>
            <a:ext cx="1893900" cy="245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B1C57"/>
              </a:buClr>
              <a:buSzPts val="1200"/>
              <a:buFont typeface="Poppins"/>
              <a:buNone/>
            </a:pPr>
            <a:r>
              <a:rPr b="1" i="0" lang="en" sz="1200" u="none" cap="none" strike="noStrike">
                <a:solidFill>
                  <a:srgbClr val="1B1C57"/>
                </a:solidFill>
                <a:latin typeface="Poppins"/>
                <a:ea typeface="Poppins"/>
                <a:cs typeface="Poppins"/>
                <a:sym typeface="Poppins"/>
              </a:rPr>
              <a:t>After-session support</a:t>
            </a:r>
            <a:endParaRPr b="0" i="0" sz="1200" u="none" cap="none" strike="noStrike">
              <a:solidFill>
                <a:schemeClr val="dk1"/>
              </a:solidFill>
              <a:latin typeface="Calibri"/>
              <a:ea typeface="Calibri"/>
              <a:cs typeface="Calibri"/>
              <a:sym typeface="Calibri"/>
            </a:endParaRPr>
          </a:p>
        </p:txBody>
      </p:sp>
      <p:sp>
        <p:nvSpPr>
          <p:cNvPr id="1176" name="Google Shape;1176;p154"/>
          <p:cNvSpPr/>
          <p:nvPr/>
        </p:nvSpPr>
        <p:spPr>
          <a:xfrm>
            <a:off x="7798482" y="3767845"/>
            <a:ext cx="614400" cy="1905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0875C"/>
              </a:buClr>
              <a:buSzPts val="900"/>
              <a:buFont typeface="Poppins"/>
              <a:buNone/>
            </a:pPr>
            <a:r>
              <a:rPr b="1" i="0" lang="en" sz="900" u="none" cap="none" strike="noStrike">
                <a:solidFill>
                  <a:srgbClr val="00875C"/>
                </a:solidFill>
                <a:latin typeface="Poppins"/>
                <a:ea typeface="Poppins"/>
                <a:cs typeface="Poppins"/>
                <a:sym typeface="Poppins"/>
              </a:rPr>
              <a:t>7–8pm PT</a:t>
            </a:r>
            <a:endParaRPr b="0" i="0" sz="900" u="none" cap="none" strike="noStrike">
              <a:solidFill>
                <a:schemeClr val="dk1"/>
              </a:solidFill>
              <a:latin typeface="Calibri"/>
              <a:ea typeface="Calibri"/>
              <a:cs typeface="Calibri"/>
              <a:sym typeface="Calibri"/>
            </a:endParaRPr>
          </a:p>
        </p:txBody>
      </p:sp>
      <p:sp>
        <p:nvSpPr>
          <p:cNvPr id="1177" name="Google Shape;1177;p154"/>
          <p:cNvSpPr/>
          <p:nvPr/>
        </p:nvSpPr>
        <p:spPr>
          <a:xfrm>
            <a:off x="6000750" y="3989301"/>
            <a:ext cx="2550900" cy="365700"/>
          </a:xfrm>
          <a:prstGeom prst="rect">
            <a:avLst/>
          </a:prstGeom>
          <a:noFill/>
          <a:ln>
            <a:noFill/>
          </a:ln>
        </p:spPr>
        <p:txBody>
          <a:bodyPr anchorCtr="0" anchor="t" bIns="12700" lIns="12700" spcFirstLastPara="1" rIns="12700" wrap="square" tIns="12700">
            <a:noAutofit/>
          </a:bodyPr>
          <a:lstStyle/>
          <a:p>
            <a:pPr indent="0" lvl="0" marL="0" marR="0" rtl="0" algn="l">
              <a:lnSpc>
                <a:spcPct val="93333"/>
              </a:lnSpc>
              <a:spcBef>
                <a:spcPts val="0"/>
              </a:spcBef>
              <a:spcAft>
                <a:spcPts val="0"/>
              </a:spcAft>
              <a:buClr>
                <a:srgbClr val="1B1C57"/>
              </a:buClr>
              <a:buSzPts val="1000"/>
              <a:buFont typeface="Poppins"/>
              <a:buNone/>
            </a:pPr>
            <a:r>
              <a:rPr lang="en" sz="1000">
                <a:solidFill>
                  <a:srgbClr val="1B1C57"/>
                </a:solidFill>
                <a:latin typeface="Poppins"/>
                <a:ea typeface="Poppins"/>
                <a:cs typeface="Poppins"/>
                <a:sym typeface="Poppins"/>
              </a:rPr>
              <a:t>A</a:t>
            </a:r>
            <a:r>
              <a:rPr b="0" i="0" lang="en" sz="1000" u="none" cap="none" strike="noStrike">
                <a:solidFill>
                  <a:srgbClr val="1B1C57"/>
                </a:solidFill>
                <a:latin typeface="Poppins"/>
                <a:ea typeface="Poppins"/>
                <a:cs typeface="Poppins"/>
                <a:sym typeface="Poppins"/>
              </a:rPr>
              <a:t>fter session for help finishing your assignments so you can submit.</a:t>
            </a:r>
            <a:endParaRPr b="0" i="0" sz="1000" u="none" cap="none" strike="noStrike">
              <a:solidFill>
                <a:srgbClr val="1B1C57"/>
              </a:solidFill>
              <a:latin typeface="Poppins"/>
              <a:ea typeface="Poppins"/>
              <a:cs typeface="Poppins"/>
              <a:sym typeface="Poppins"/>
            </a:endParaRPr>
          </a:p>
          <a:p>
            <a:pPr indent="0" lvl="0" marL="0" marR="0" rtl="0" algn="l">
              <a:lnSpc>
                <a:spcPct val="93333"/>
              </a:lnSpc>
              <a:spcBef>
                <a:spcPts val="0"/>
              </a:spcBef>
              <a:spcAft>
                <a:spcPts val="0"/>
              </a:spcAft>
              <a:buClr>
                <a:srgbClr val="1B1C57"/>
              </a:buClr>
              <a:buSzPts val="1000"/>
              <a:buFont typeface="Poppins"/>
              <a:buNone/>
            </a:pPr>
            <a:r>
              <a:rPr lang="en" sz="1000" u="sng">
                <a:solidFill>
                  <a:schemeClr val="hlink"/>
                </a:solidFill>
                <a:latin typeface="Poppins"/>
                <a:ea typeface="Poppins"/>
                <a:cs typeface="Poppins"/>
                <a:sym typeface="Poppins"/>
                <a:hlinkClick r:id="rId5"/>
              </a:rPr>
              <a:t>Zoom Link</a:t>
            </a:r>
            <a:r>
              <a:rPr lang="en" sz="1000">
                <a:solidFill>
                  <a:srgbClr val="1B1C57"/>
                </a:solidFill>
                <a:latin typeface="Poppins"/>
                <a:ea typeface="Poppins"/>
                <a:cs typeface="Poppins"/>
                <a:sym typeface="Poppins"/>
              </a:rPr>
              <a:t> (Password: codepath)</a:t>
            </a:r>
            <a:endParaRPr sz="1000">
              <a:solidFill>
                <a:srgbClr val="1B1C57"/>
              </a:solidFill>
              <a:latin typeface="Poppins"/>
              <a:ea typeface="Poppins"/>
              <a:cs typeface="Poppins"/>
              <a:sym typeface="Poppi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p155"/>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1183" name="Google Shape;1183;p155"/>
          <p:cNvCxnSpPr>
            <a:endCxn id="1184" idx="1"/>
          </p:cNvCxnSpPr>
          <p:nvPr/>
        </p:nvCxnSpPr>
        <p:spPr>
          <a:xfrm flipH="1" rot="-5400000">
            <a:off x="853074" y="2213041"/>
            <a:ext cx="417600" cy="317400"/>
          </a:xfrm>
          <a:prstGeom prst="bentConnector2">
            <a:avLst/>
          </a:prstGeom>
          <a:noFill/>
          <a:ln cap="flat" cmpd="sng" w="19050">
            <a:solidFill>
              <a:srgbClr val="1B1C57"/>
            </a:solidFill>
            <a:prstDash val="solid"/>
            <a:round/>
            <a:headEnd len="med" w="med" type="none"/>
            <a:tailEnd len="med" w="med" type="triangle"/>
          </a:ln>
        </p:spPr>
      </p:cxnSp>
      <p:sp>
        <p:nvSpPr>
          <p:cNvPr id="1185" name="Google Shape;1185;p155"/>
          <p:cNvSpPr/>
          <p:nvPr/>
        </p:nvSpPr>
        <p:spPr>
          <a:xfrm>
            <a:off x="705825" y="1160013"/>
            <a:ext cx="432900" cy="429900"/>
          </a:xfrm>
          <a:prstGeom prst="ellipse">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155"/>
          <p:cNvSpPr txBox="1"/>
          <p:nvPr/>
        </p:nvSpPr>
        <p:spPr>
          <a:xfrm>
            <a:off x="705825" y="1008438"/>
            <a:ext cx="6318000" cy="747600"/>
          </a:xfrm>
          <a:prstGeom prst="rect">
            <a:avLst/>
          </a:prstGeom>
          <a:noFill/>
          <a:ln>
            <a:noFill/>
          </a:ln>
        </p:spPr>
        <p:txBody>
          <a:bodyPr anchorCtr="0" anchor="ctr" bIns="91425" lIns="91425" spcFirstLastPara="1" rIns="91425" wrap="square" tIns="91425">
            <a:noAutofit/>
          </a:bodyPr>
          <a:lstStyle/>
          <a:p>
            <a:pPr indent="-342900" lvl="0" marL="457200" rtl="0" algn="l">
              <a:spcBef>
                <a:spcPts val="0"/>
              </a:spcBef>
              <a:spcAft>
                <a:spcPts val="0"/>
              </a:spcAft>
              <a:buClr>
                <a:schemeClr val="lt1"/>
              </a:buClr>
              <a:buSzPts val="1800"/>
              <a:buFont typeface="Poppins"/>
              <a:buAutoNum type="arabicPeriod"/>
            </a:pPr>
            <a:r>
              <a:rPr b="1" lang="en" sz="1800">
                <a:solidFill>
                  <a:schemeClr val="dk1"/>
                </a:solidFill>
                <a:latin typeface="Poppins"/>
                <a:ea typeface="Poppins"/>
                <a:cs typeface="Poppins"/>
                <a:sym typeface="Poppins"/>
              </a:rPr>
              <a:t>Open </a:t>
            </a:r>
            <a:r>
              <a:rPr lang="en" sz="1800">
                <a:solidFill>
                  <a:schemeClr val="dk1"/>
                </a:solidFill>
                <a:latin typeface="Poppins"/>
                <a:ea typeface="Poppins"/>
                <a:cs typeface="Poppins"/>
                <a:sym typeface="Poppins"/>
              </a:rPr>
              <a:t>the email you enrolled in CodePath with</a:t>
            </a:r>
            <a:endParaRPr sz="1800">
              <a:solidFill>
                <a:schemeClr val="dk1"/>
              </a:solidFill>
              <a:latin typeface="Poppins"/>
              <a:ea typeface="Poppins"/>
              <a:cs typeface="Poppins"/>
              <a:sym typeface="Poppins"/>
            </a:endParaRPr>
          </a:p>
        </p:txBody>
      </p:sp>
      <p:sp>
        <p:nvSpPr>
          <p:cNvPr id="1184" name="Google Shape;1184;p155"/>
          <p:cNvSpPr/>
          <p:nvPr/>
        </p:nvSpPr>
        <p:spPr>
          <a:xfrm>
            <a:off x="1220574" y="2334541"/>
            <a:ext cx="6575100" cy="492000"/>
          </a:xfrm>
          <a:prstGeom prst="roundRect">
            <a:avLst>
              <a:gd fmla="val 17017" name="adj"/>
            </a:avLst>
          </a:prstGeom>
          <a:solidFill>
            <a:srgbClr val="00C385"/>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800">
                <a:solidFill>
                  <a:schemeClr val="lt1"/>
                </a:solidFill>
                <a:latin typeface="Poppins"/>
                <a:ea typeface="Poppins"/>
                <a:cs typeface="Poppins"/>
                <a:sym typeface="Poppins"/>
              </a:rPr>
              <a:t>Early Course Survey - Please Complete</a:t>
            </a:r>
            <a:endParaRPr b="1" sz="2600">
              <a:solidFill>
                <a:schemeClr val="lt1"/>
              </a:solidFill>
              <a:latin typeface="Poppins"/>
              <a:ea typeface="Poppins"/>
              <a:cs typeface="Poppins"/>
              <a:sym typeface="Poppins"/>
            </a:endParaRPr>
          </a:p>
        </p:txBody>
      </p:sp>
      <p:sp>
        <p:nvSpPr>
          <p:cNvPr id="1187" name="Google Shape;1187;p155"/>
          <p:cNvSpPr/>
          <p:nvPr/>
        </p:nvSpPr>
        <p:spPr>
          <a:xfrm>
            <a:off x="689375" y="550200"/>
            <a:ext cx="5902800" cy="473400"/>
          </a:xfrm>
          <a:prstGeom prst="roundRect">
            <a:avLst>
              <a:gd fmla="val 14982" name="adj"/>
            </a:avLst>
          </a:prstGeom>
          <a:solidFill>
            <a:srgbClr val="1B1C5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600">
                <a:solidFill>
                  <a:schemeClr val="lt1"/>
                </a:solidFill>
                <a:latin typeface="Space Mono"/>
                <a:ea typeface="Space Mono"/>
                <a:cs typeface="Space Mono"/>
                <a:sym typeface="Space Mono"/>
              </a:rPr>
              <a:t>Early Course SURVEY</a:t>
            </a:r>
            <a:endParaRPr sz="1800">
              <a:solidFill>
                <a:schemeClr val="lt1"/>
              </a:solidFill>
            </a:endParaRPr>
          </a:p>
        </p:txBody>
      </p:sp>
      <p:sp>
        <p:nvSpPr>
          <p:cNvPr id="1188" name="Google Shape;1188;p155"/>
          <p:cNvSpPr/>
          <p:nvPr/>
        </p:nvSpPr>
        <p:spPr>
          <a:xfrm>
            <a:off x="705825" y="1794901"/>
            <a:ext cx="432900" cy="429900"/>
          </a:xfrm>
          <a:prstGeom prst="ellipse">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155"/>
          <p:cNvSpPr txBox="1"/>
          <p:nvPr/>
        </p:nvSpPr>
        <p:spPr>
          <a:xfrm>
            <a:off x="722275" y="1726350"/>
            <a:ext cx="7348800" cy="567000"/>
          </a:xfrm>
          <a:prstGeom prst="rect">
            <a:avLst/>
          </a:prstGeom>
          <a:noFill/>
          <a:ln>
            <a:noFill/>
          </a:ln>
        </p:spPr>
        <p:txBody>
          <a:bodyPr anchorCtr="0" anchor="ctr" bIns="91425" lIns="91425" spcFirstLastPara="1" rIns="91425" wrap="square" tIns="91425">
            <a:noAutofit/>
          </a:bodyPr>
          <a:lstStyle/>
          <a:p>
            <a:pPr indent="-342900" lvl="0" marL="457200" rtl="0" algn="l">
              <a:spcBef>
                <a:spcPts val="0"/>
              </a:spcBef>
              <a:spcAft>
                <a:spcPts val="0"/>
              </a:spcAft>
              <a:buClr>
                <a:schemeClr val="lt1"/>
              </a:buClr>
              <a:buSzPts val="1800"/>
              <a:buFont typeface="Poppins"/>
              <a:buAutoNum type="arabicPeriod" startAt="2"/>
            </a:pPr>
            <a:r>
              <a:rPr b="1" lang="en" sz="1800">
                <a:solidFill>
                  <a:schemeClr val="dk1"/>
                </a:solidFill>
                <a:latin typeface="Poppins"/>
                <a:ea typeface="Poppins"/>
                <a:cs typeface="Poppins"/>
                <a:sym typeface="Poppins"/>
              </a:rPr>
              <a:t>Locate </a:t>
            </a:r>
            <a:r>
              <a:rPr lang="en" sz="1800">
                <a:solidFill>
                  <a:schemeClr val="dk1"/>
                </a:solidFill>
                <a:latin typeface="Poppins"/>
                <a:ea typeface="Poppins"/>
                <a:cs typeface="Poppins"/>
                <a:sym typeface="Poppins"/>
              </a:rPr>
              <a:t> the message from </a:t>
            </a:r>
            <a:r>
              <a:rPr lang="en" sz="1800" u="sng">
                <a:solidFill>
                  <a:schemeClr val="hlink"/>
                </a:solidFill>
                <a:latin typeface="Poppins"/>
                <a:ea typeface="Poppins"/>
                <a:cs typeface="Poppins"/>
                <a:sym typeface="Poppins"/>
                <a:hlinkClick r:id="rId3"/>
              </a:rPr>
              <a:t>support@codepath.org</a:t>
            </a:r>
            <a:r>
              <a:rPr lang="en" sz="1800">
                <a:solidFill>
                  <a:schemeClr val="accent1"/>
                </a:solidFill>
                <a:latin typeface="Poppins"/>
                <a:ea typeface="Poppins"/>
                <a:cs typeface="Poppins"/>
                <a:sym typeface="Poppins"/>
              </a:rPr>
              <a:t> </a:t>
            </a:r>
            <a:r>
              <a:rPr lang="en" sz="1800">
                <a:solidFill>
                  <a:schemeClr val="dk1"/>
                </a:solidFill>
                <a:latin typeface="Poppins"/>
                <a:ea typeface="Poppins"/>
                <a:cs typeface="Poppins"/>
                <a:sym typeface="Poppins"/>
              </a:rPr>
              <a:t>titled:</a:t>
            </a:r>
            <a:endParaRPr sz="1800">
              <a:solidFill>
                <a:schemeClr val="dk1"/>
              </a:solidFill>
              <a:latin typeface="Poppins"/>
              <a:ea typeface="Poppins"/>
              <a:cs typeface="Poppins"/>
              <a:sym typeface="Poppins"/>
            </a:endParaRPr>
          </a:p>
        </p:txBody>
      </p:sp>
      <p:sp>
        <p:nvSpPr>
          <p:cNvPr id="1190" name="Google Shape;1190;p155"/>
          <p:cNvSpPr/>
          <p:nvPr/>
        </p:nvSpPr>
        <p:spPr>
          <a:xfrm>
            <a:off x="705825" y="2997626"/>
            <a:ext cx="432900" cy="429900"/>
          </a:xfrm>
          <a:prstGeom prst="ellipse">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155"/>
          <p:cNvSpPr/>
          <p:nvPr/>
        </p:nvSpPr>
        <p:spPr>
          <a:xfrm>
            <a:off x="705825" y="3621538"/>
            <a:ext cx="432900" cy="429900"/>
          </a:xfrm>
          <a:prstGeom prst="ellipse">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155"/>
          <p:cNvSpPr/>
          <p:nvPr/>
        </p:nvSpPr>
        <p:spPr>
          <a:xfrm>
            <a:off x="689375" y="4270413"/>
            <a:ext cx="432900" cy="429900"/>
          </a:xfrm>
          <a:prstGeom prst="ellipse">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155"/>
          <p:cNvSpPr txBox="1"/>
          <p:nvPr/>
        </p:nvSpPr>
        <p:spPr>
          <a:xfrm>
            <a:off x="731450" y="4245471"/>
            <a:ext cx="7781700" cy="47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Poppins"/>
                <a:ea typeface="Poppins"/>
                <a:cs typeface="Poppins"/>
                <a:sym typeface="Poppins"/>
              </a:rPr>
              <a:t>5.	</a:t>
            </a:r>
            <a:r>
              <a:rPr b="1" lang="en" sz="1800">
                <a:solidFill>
                  <a:schemeClr val="dk1"/>
                </a:solidFill>
                <a:latin typeface="Poppins"/>
                <a:ea typeface="Poppins"/>
                <a:cs typeface="Poppins"/>
                <a:sym typeface="Poppins"/>
              </a:rPr>
              <a:t>Celebrate</a:t>
            </a:r>
            <a:r>
              <a:rPr lang="en" sz="1800">
                <a:solidFill>
                  <a:schemeClr val="dk1"/>
                </a:solidFill>
                <a:latin typeface="Poppins"/>
                <a:ea typeface="Poppins"/>
                <a:cs typeface="Poppins"/>
                <a:sym typeface="Poppins"/>
              </a:rPr>
              <a:t>: You’re helping CodePath courses improve!</a:t>
            </a:r>
            <a:endParaRPr b="1" sz="1800">
              <a:solidFill>
                <a:schemeClr val="dk1"/>
              </a:solidFill>
              <a:latin typeface="Poppins"/>
              <a:ea typeface="Poppins"/>
              <a:cs typeface="Poppins"/>
              <a:sym typeface="Poppins"/>
            </a:endParaRPr>
          </a:p>
        </p:txBody>
      </p:sp>
      <p:sp>
        <p:nvSpPr>
          <p:cNvPr id="1194" name="Google Shape;1194;p155"/>
          <p:cNvSpPr txBox="1"/>
          <p:nvPr/>
        </p:nvSpPr>
        <p:spPr>
          <a:xfrm>
            <a:off x="758952" y="2940538"/>
            <a:ext cx="6575100" cy="567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Poppins"/>
                <a:ea typeface="Poppins"/>
                <a:cs typeface="Poppins"/>
                <a:sym typeface="Poppins"/>
              </a:rPr>
              <a:t>3.	</a:t>
            </a:r>
            <a:r>
              <a:rPr b="1" lang="en" sz="1800">
                <a:solidFill>
                  <a:schemeClr val="dk1"/>
                </a:solidFill>
                <a:latin typeface="Poppins"/>
                <a:ea typeface="Poppins"/>
                <a:cs typeface="Poppins"/>
                <a:sym typeface="Poppins"/>
              </a:rPr>
              <a:t>Open</a:t>
            </a:r>
            <a:r>
              <a:rPr lang="en" sz="1800">
                <a:solidFill>
                  <a:schemeClr val="dk1"/>
                </a:solidFill>
                <a:latin typeface="Poppins"/>
                <a:ea typeface="Poppins"/>
                <a:cs typeface="Poppins"/>
                <a:sym typeface="Poppins"/>
              </a:rPr>
              <a:t> your unique survey link</a:t>
            </a:r>
            <a:endParaRPr sz="1800">
              <a:solidFill>
                <a:schemeClr val="dk1"/>
              </a:solidFill>
              <a:latin typeface="Poppins"/>
              <a:ea typeface="Poppins"/>
              <a:cs typeface="Poppins"/>
              <a:sym typeface="Poppins"/>
            </a:endParaRPr>
          </a:p>
        </p:txBody>
      </p:sp>
      <p:sp>
        <p:nvSpPr>
          <p:cNvPr id="1195" name="Google Shape;1195;p155"/>
          <p:cNvSpPr txBox="1"/>
          <p:nvPr/>
        </p:nvSpPr>
        <p:spPr>
          <a:xfrm>
            <a:off x="731449" y="3599788"/>
            <a:ext cx="7241700" cy="47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Poppins"/>
                <a:ea typeface="Poppins"/>
                <a:cs typeface="Poppins"/>
                <a:sym typeface="Poppins"/>
              </a:rPr>
              <a:t>4.	</a:t>
            </a:r>
            <a:r>
              <a:rPr b="1" lang="en" sz="1800">
                <a:solidFill>
                  <a:schemeClr val="dk1"/>
                </a:solidFill>
                <a:latin typeface="Poppins"/>
                <a:ea typeface="Poppins"/>
                <a:cs typeface="Poppins"/>
                <a:sym typeface="Poppins"/>
              </a:rPr>
              <a:t>Answer </a:t>
            </a:r>
            <a:r>
              <a:rPr lang="en" sz="1800">
                <a:solidFill>
                  <a:schemeClr val="dk1"/>
                </a:solidFill>
                <a:latin typeface="Poppins"/>
                <a:ea typeface="Poppins"/>
                <a:cs typeface="Poppins"/>
                <a:sym typeface="Poppins"/>
              </a:rPr>
              <a:t>each question completely and honestly</a:t>
            </a:r>
            <a:endParaRPr b="1" sz="1800">
              <a:solidFill>
                <a:schemeClr val="dk1"/>
              </a:solidFill>
              <a:latin typeface="Poppins"/>
              <a:ea typeface="Poppins"/>
              <a:cs typeface="Poppins"/>
              <a:sym typeface="Poppins"/>
            </a:endParaRPr>
          </a:p>
        </p:txBody>
      </p:sp>
      <p:pic>
        <p:nvPicPr>
          <p:cNvPr descr="7 Minute LoFi Timer for Classroom | Calm Ambient Music &amp; Relaxing Vibes&#10;&#10;Take a quick 7-minute break with this soothing LoFi timer, perfect for classrooms, study sessions, or moments when students need a calm reset. Featuring gentle ambient music paired with relaxing visuals, this timer helps create a peaceful atmosphere to boost focus and reduce stress.&#10;&#10;▶️ Ideal for quiet work, mindfulness breaks, or transition times&#10;🎵 Soft LoFi beats to keep energy balanced and minds calm&#10;🌌 Relaxing, minimal visuals to keep distractions low&#10;&#10;Use this timer to help students recharge and refocus during lessons — a simple way to bring calm and productivity to any classroom environment.&#10;&#10;Join us in the comments, say hi, and subscribe to my channel for more relaxing timers.&#10;&#10;🚨 SUBSCRIBE https://www.youtube.com/@CalmTimerStudio?sub_confirmation=1&#10;&#10;🎵 Music licensed from Uppbeat.io, a platform for content creators to find royalty-free music. Join Uppbeat with this referral link: https://share.uppbeat.io/tta4gwjutulo." id="1196" name="Google Shape;1196;p155" title="7 Minute Timer with Lofi Music">
            <a:hlinkClick r:id="rId4"/>
          </p:cNvPr>
          <p:cNvPicPr preferRelativeResize="0"/>
          <p:nvPr/>
        </p:nvPicPr>
        <p:blipFill>
          <a:blip r:embed="rId5">
            <a:alphaModFix/>
          </a:blip>
          <a:stretch>
            <a:fillRect/>
          </a:stretch>
        </p:blipFill>
        <p:spPr>
          <a:xfrm>
            <a:off x="6592175" y="0"/>
            <a:ext cx="2551825" cy="143539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p156"/>
          <p:cNvSpPr txBox="1"/>
          <p:nvPr>
            <p:ph type="title"/>
          </p:nvPr>
        </p:nvSpPr>
        <p:spPr>
          <a:xfrm>
            <a:off x="1123700" y="481275"/>
            <a:ext cx="7568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Reminders</a:t>
            </a:r>
            <a:endParaRPr/>
          </a:p>
        </p:txBody>
      </p:sp>
      <p:sp>
        <p:nvSpPr>
          <p:cNvPr id="1202" name="Google Shape;1202;p15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03" name="Google Shape;1203;p156"/>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Finish the lab for additional practice</a:t>
            </a:r>
            <a:endParaRPr/>
          </a:p>
          <a:p>
            <a:pPr indent="-342900" lvl="0" marL="457200" rtl="0" algn="l">
              <a:spcBef>
                <a:spcPts val="0"/>
              </a:spcBef>
              <a:spcAft>
                <a:spcPts val="0"/>
              </a:spcAft>
              <a:buSzPts val="1800"/>
              <a:buChar char="❒"/>
            </a:pPr>
            <a:r>
              <a:rPr lang="en"/>
              <a:t>Reminder</a:t>
            </a:r>
            <a:r>
              <a:rPr lang="en"/>
              <a:t>: complete the </a:t>
            </a:r>
            <a:r>
              <a:rPr b="1" lang="en"/>
              <a:t>Project </a:t>
            </a:r>
            <a:r>
              <a:rPr lang="en"/>
              <a:t>by Sunday @ 11:59pm PT!</a:t>
            </a:r>
            <a:endParaRPr/>
          </a:p>
          <a:p>
            <a:pPr indent="-342900" lvl="0" marL="457200" rtl="0" algn="l">
              <a:spcBef>
                <a:spcPts val="0"/>
              </a:spcBef>
              <a:spcAft>
                <a:spcPts val="0"/>
              </a:spcAft>
              <a:buSzPts val="1800"/>
              <a:buChar char="❒"/>
            </a:pPr>
            <a:r>
              <a:rPr lang="en"/>
              <a:t>Visit a </a:t>
            </a:r>
            <a:r>
              <a:rPr b="1" lang="en"/>
              <a:t>Study Hall Session</a:t>
            </a:r>
            <a:r>
              <a:rPr lang="en"/>
              <a:t> to deepen your understanding, work through challenges, and connect with course material alongside your peers!</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pic>
        <p:nvPicPr>
          <p:cNvPr id="1204" name="Google Shape;1204;p156"/>
          <p:cNvPicPr preferRelativeResize="0"/>
          <p:nvPr/>
        </p:nvPicPr>
        <p:blipFill>
          <a:blip r:embed="rId3">
            <a:alphaModFix/>
          </a:blip>
          <a:stretch>
            <a:fillRect/>
          </a:stretch>
        </p:blipFill>
        <p:spPr>
          <a:xfrm>
            <a:off x="452400" y="438175"/>
            <a:ext cx="608050" cy="6080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